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422" r:id="rId2"/>
    <p:sldId id="423" r:id="rId3"/>
    <p:sldId id="428" r:id="rId4"/>
    <p:sldId id="426" r:id="rId5"/>
    <p:sldId id="444" r:id="rId6"/>
    <p:sldId id="425" r:id="rId7"/>
    <p:sldId id="418" r:id="rId8"/>
    <p:sldId id="429" r:id="rId9"/>
    <p:sldId id="445" r:id="rId10"/>
    <p:sldId id="446" r:id="rId11"/>
    <p:sldId id="427" r:id="rId12"/>
    <p:sldId id="438" r:id="rId13"/>
    <p:sldId id="436" r:id="rId14"/>
    <p:sldId id="431" r:id="rId15"/>
    <p:sldId id="432" r:id="rId16"/>
    <p:sldId id="433" r:id="rId17"/>
    <p:sldId id="437" r:id="rId18"/>
    <p:sldId id="439" r:id="rId19"/>
    <p:sldId id="434" r:id="rId20"/>
    <p:sldId id="435" r:id="rId21"/>
    <p:sldId id="440" r:id="rId22"/>
    <p:sldId id="441" r:id="rId23"/>
    <p:sldId id="442" r:id="rId24"/>
    <p:sldId id="443" r:id="rId25"/>
    <p:sldId id="424" r:id="rId2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orela Triveño Rodriguez" initials="FTR" lastIdx="2" clrIdx="0">
    <p:extLst>
      <p:ext uri="{19B8F6BF-5375-455C-9EA6-DF929625EA0E}">
        <p15:presenceInfo xmlns:p15="http://schemas.microsoft.com/office/powerpoint/2012/main" userId="S-1-5-21-858354178-172630584-1136263860-59875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472C4"/>
    <a:srgbClr val="43BB8D"/>
    <a:srgbClr val="F3F3F3"/>
    <a:srgbClr val="FFFFFF"/>
    <a:srgbClr val="BD509D"/>
    <a:srgbClr val="6EBB90"/>
    <a:srgbClr val="C00000"/>
    <a:srgbClr val="FFC000"/>
    <a:srgbClr val="5BD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50" autoAdjust="0"/>
    <p:restoredTop sz="91241" autoAdjust="0"/>
  </p:normalViewPr>
  <p:slideViewPr>
    <p:cSldViewPr snapToGrid="0">
      <p:cViewPr varScale="1">
        <p:scale>
          <a:sx n="102" d="100"/>
          <a:sy n="102" d="100"/>
        </p:scale>
        <p:origin x="102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Wilfredo W. Burga Durango" userId="c4522bba-e5db-452a-80b9-d219d2a6fe0a" providerId="ADAL" clId="{67493169-6260-40A9-8B49-7D7E8E95A77C}"/>
    <pc:docChg chg="custSel modSld">
      <pc:chgData name="Daniel Wilfredo W. Burga Durango" userId="c4522bba-e5db-452a-80b9-d219d2a6fe0a" providerId="ADAL" clId="{67493169-6260-40A9-8B49-7D7E8E95A77C}" dt="2026-04-08T00:53:58.835" v="37" actId="404"/>
      <pc:docMkLst>
        <pc:docMk/>
      </pc:docMkLst>
      <pc:sldChg chg="modSp mod">
        <pc:chgData name="Daniel Wilfredo W. Burga Durango" userId="c4522bba-e5db-452a-80b9-d219d2a6fe0a" providerId="ADAL" clId="{67493169-6260-40A9-8B49-7D7E8E95A77C}" dt="2026-04-08T00:53:58.835" v="37" actId="404"/>
        <pc:sldMkLst>
          <pc:docMk/>
          <pc:sldMk cId="3269050871" sldId="432"/>
        </pc:sldMkLst>
        <pc:graphicFrameChg chg="modGraphic">
          <ac:chgData name="Daniel Wilfredo W. Burga Durango" userId="c4522bba-e5db-452a-80b9-d219d2a6fe0a" providerId="ADAL" clId="{67493169-6260-40A9-8B49-7D7E8E95A77C}" dt="2026-04-08T00:53:58.835" v="37" actId="404"/>
          <ac:graphicFrameMkLst>
            <pc:docMk/>
            <pc:sldMk cId="3269050871" sldId="432"/>
            <ac:graphicFrameMk id="5" creationId="{00000000-0000-0000-0000-000000000000}"/>
          </ac:graphicFrameMkLst>
        </pc:graphicFrameChg>
      </pc:sldChg>
    </pc:docChg>
  </pc:docChgLst>
  <pc:docChgLst>
    <pc:chgData name="Daniel Wilfredo W. Burga Durango" userId="c4522bba-e5db-452a-80b9-d219d2a6fe0a" providerId="ADAL" clId="{5C9E5918-1C3B-4935-9428-3E50EFD36434}"/>
    <pc:docChg chg="custSel modSld">
      <pc:chgData name="Daniel Wilfredo W. Burga Durango" userId="c4522bba-e5db-452a-80b9-d219d2a6fe0a" providerId="ADAL" clId="{5C9E5918-1C3B-4935-9428-3E50EFD36434}" dt="2026-04-01T01:26:34.633" v="19" actId="14100"/>
      <pc:docMkLst>
        <pc:docMk/>
      </pc:docMkLst>
      <pc:sldChg chg="modSp mod">
        <pc:chgData name="Daniel Wilfredo W. Burga Durango" userId="c4522bba-e5db-452a-80b9-d219d2a6fe0a" providerId="ADAL" clId="{5C9E5918-1C3B-4935-9428-3E50EFD36434}" dt="2026-04-01T01:26:17.809" v="16" actId="20577"/>
        <pc:sldMkLst>
          <pc:docMk/>
          <pc:sldMk cId="890415237" sldId="418"/>
        </pc:sldMkLst>
        <pc:graphicFrameChg chg="modGraphic">
          <ac:chgData name="Daniel Wilfredo W. Burga Durango" userId="c4522bba-e5db-452a-80b9-d219d2a6fe0a" providerId="ADAL" clId="{5C9E5918-1C3B-4935-9428-3E50EFD36434}" dt="2026-04-01T01:26:17.809" v="16" actId="20577"/>
          <ac:graphicFrameMkLst>
            <pc:docMk/>
            <pc:sldMk cId="890415237" sldId="418"/>
            <ac:graphicFrameMk id="6" creationId="{00000000-0000-0000-0000-000000000000}"/>
          </ac:graphicFrameMkLst>
        </pc:graphicFrameChg>
      </pc:sldChg>
      <pc:sldChg chg="modSp">
        <pc:chgData name="Daniel Wilfredo W. Burga Durango" userId="c4522bba-e5db-452a-80b9-d219d2a6fe0a" providerId="ADAL" clId="{5C9E5918-1C3B-4935-9428-3E50EFD36434}" dt="2026-04-01T01:26:34.633" v="19" actId="14100"/>
        <pc:sldMkLst>
          <pc:docMk/>
          <pc:sldMk cId="2554913638" sldId="445"/>
        </pc:sldMkLst>
        <pc:picChg chg="mod">
          <ac:chgData name="Daniel Wilfredo W. Burga Durango" userId="c4522bba-e5db-452a-80b9-d219d2a6fe0a" providerId="ADAL" clId="{5C9E5918-1C3B-4935-9428-3E50EFD36434}" dt="2026-04-01T01:26:34.633" v="19" actId="14100"/>
          <ac:picMkLst>
            <pc:docMk/>
            <pc:sldMk cId="2554913638" sldId="445"/>
            <ac:picMk id="1025" creationId="{CEEE3E7D-1EFF-8900-7298-EA147A6F1CF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FA0587-9ADB-4087-94AD-1900A1100574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7E77590C-8E5B-4E33-9406-16E9EAD13A23}">
      <dgm:prSet phldrT="[Texto]"/>
      <dgm:spPr/>
      <dgm:t>
        <a:bodyPr/>
        <a:lstStyle/>
        <a:p>
          <a:r>
            <a:rPr lang="es-ES" dirty="0"/>
            <a:t>Problema</a:t>
          </a:r>
        </a:p>
      </dgm:t>
    </dgm:pt>
    <dgm:pt modelId="{C64DA1AE-C937-4B99-8AD7-C3E5916294BD}" type="parTrans" cxnId="{BCB8CFE7-1D75-4DE0-94E4-0092165F8596}">
      <dgm:prSet/>
      <dgm:spPr/>
      <dgm:t>
        <a:bodyPr/>
        <a:lstStyle/>
        <a:p>
          <a:endParaRPr lang="es-ES"/>
        </a:p>
      </dgm:t>
    </dgm:pt>
    <dgm:pt modelId="{2F1A09E9-7CE4-4CA5-B646-175C6C689C16}" type="sibTrans" cxnId="{BCB8CFE7-1D75-4DE0-94E4-0092165F8596}">
      <dgm:prSet/>
      <dgm:spPr/>
      <dgm:t>
        <a:bodyPr/>
        <a:lstStyle/>
        <a:p>
          <a:endParaRPr lang="es-ES"/>
        </a:p>
      </dgm:t>
    </dgm:pt>
    <dgm:pt modelId="{B85D80E3-06BF-404F-83BC-83782DEE39FD}">
      <dgm:prSet phldrT="[Texto]"/>
      <dgm:spPr/>
      <dgm:t>
        <a:bodyPr/>
        <a:lstStyle/>
        <a:p>
          <a:r>
            <a:rPr lang="es-MX" dirty="0"/>
            <a:t>¿Qué se desea resolver?</a:t>
          </a:r>
          <a:endParaRPr lang="es-ES" dirty="0"/>
        </a:p>
      </dgm:t>
    </dgm:pt>
    <dgm:pt modelId="{B67E4521-8361-48F7-BAE2-A9E0D25F9032}" type="parTrans" cxnId="{80EB0E02-3828-4EAD-B447-BD850F641940}">
      <dgm:prSet/>
      <dgm:spPr/>
      <dgm:t>
        <a:bodyPr/>
        <a:lstStyle/>
        <a:p>
          <a:endParaRPr lang="es-ES"/>
        </a:p>
      </dgm:t>
    </dgm:pt>
    <dgm:pt modelId="{C02C85E2-7942-42D2-B935-6BD81E34B6CA}" type="sibTrans" cxnId="{80EB0E02-3828-4EAD-B447-BD850F641940}">
      <dgm:prSet/>
      <dgm:spPr/>
      <dgm:t>
        <a:bodyPr/>
        <a:lstStyle/>
        <a:p>
          <a:endParaRPr lang="es-ES"/>
        </a:p>
      </dgm:t>
    </dgm:pt>
    <dgm:pt modelId="{4A3DADF6-EC73-4074-A987-9DF4C01020FE}">
      <dgm:prSet phldrT="[Texto]"/>
      <dgm:spPr/>
      <dgm:t>
        <a:bodyPr/>
        <a:lstStyle/>
        <a:p>
          <a:r>
            <a:rPr lang="es-ES" dirty="0"/>
            <a:t>Propuesta</a:t>
          </a:r>
        </a:p>
      </dgm:t>
    </dgm:pt>
    <dgm:pt modelId="{3F2552F9-DA0B-4DAE-9388-D14570ED8EF2}" type="parTrans" cxnId="{11E2E177-6784-4829-B0EA-97C0CDF8AB4C}">
      <dgm:prSet/>
      <dgm:spPr/>
      <dgm:t>
        <a:bodyPr/>
        <a:lstStyle/>
        <a:p>
          <a:endParaRPr lang="es-ES"/>
        </a:p>
      </dgm:t>
    </dgm:pt>
    <dgm:pt modelId="{A5C8FDE0-571E-46E6-B081-64EF9F772947}" type="sibTrans" cxnId="{11E2E177-6784-4829-B0EA-97C0CDF8AB4C}">
      <dgm:prSet/>
      <dgm:spPr/>
      <dgm:t>
        <a:bodyPr/>
        <a:lstStyle/>
        <a:p>
          <a:endParaRPr lang="es-ES"/>
        </a:p>
      </dgm:t>
    </dgm:pt>
    <dgm:pt modelId="{3F76C378-BEFE-451D-AAFE-3DA3B34DF344}">
      <dgm:prSet phldrT="[Texto]"/>
      <dgm:spPr/>
      <dgm:t>
        <a:bodyPr/>
        <a:lstStyle/>
        <a:p>
          <a:r>
            <a:rPr lang="es-MX" dirty="0"/>
            <a:t>¿Qué se propone para resolver?</a:t>
          </a:r>
          <a:endParaRPr lang="es-ES" dirty="0"/>
        </a:p>
      </dgm:t>
    </dgm:pt>
    <dgm:pt modelId="{5C7ADD1A-71DE-42E2-9156-549E3D1C11EC}" type="parTrans" cxnId="{A04FABA5-F9FD-4421-9F46-0935FE100DCF}">
      <dgm:prSet/>
      <dgm:spPr/>
      <dgm:t>
        <a:bodyPr/>
        <a:lstStyle/>
        <a:p>
          <a:endParaRPr lang="es-ES"/>
        </a:p>
      </dgm:t>
    </dgm:pt>
    <dgm:pt modelId="{82DCC614-452E-4E47-BCB9-34C07560CE9A}" type="sibTrans" cxnId="{A04FABA5-F9FD-4421-9F46-0935FE100DCF}">
      <dgm:prSet/>
      <dgm:spPr/>
      <dgm:t>
        <a:bodyPr/>
        <a:lstStyle/>
        <a:p>
          <a:endParaRPr lang="es-ES"/>
        </a:p>
      </dgm:t>
    </dgm:pt>
    <dgm:pt modelId="{77E60208-24DD-4E18-BD27-5737A9285E18}">
      <dgm:prSet phldrT="[Texto]"/>
      <dgm:spPr/>
      <dgm:t>
        <a:bodyPr/>
        <a:lstStyle/>
        <a:p>
          <a:r>
            <a:rPr lang="es-ES" dirty="0"/>
            <a:t>Técnica</a:t>
          </a:r>
        </a:p>
      </dgm:t>
    </dgm:pt>
    <dgm:pt modelId="{5AB2DAEE-9045-429F-B3FD-740C13C969E8}" type="parTrans" cxnId="{10F7F943-1ACC-4151-96DE-0622AD355A87}">
      <dgm:prSet/>
      <dgm:spPr/>
      <dgm:t>
        <a:bodyPr/>
        <a:lstStyle/>
        <a:p>
          <a:endParaRPr lang="es-ES"/>
        </a:p>
      </dgm:t>
    </dgm:pt>
    <dgm:pt modelId="{15D24C4F-60E6-4815-BC0E-F93E420CDEFA}" type="sibTrans" cxnId="{10F7F943-1ACC-4151-96DE-0622AD355A87}">
      <dgm:prSet/>
      <dgm:spPr/>
      <dgm:t>
        <a:bodyPr/>
        <a:lstStyle/>
        <a:p>
          <a:endParaRPr lang="es-ES"/>
        </a:p>
      </dgm:t>
    </dgm:pt>
    <dgm:pt modelId="{76C94D0E-05B9-4FEA-9434-B123A338A505}">
      <dgm:prSet phldrT="[Texto]"/>
      <dgm:spPr/>
      <dgm:t>
        <a:bodyPr/>
        <a:lstStyle/>
        <a:p>
          <a:r>
            <a:rPr lang="es-MX" dirty="0"/>
            <a:t>¿Con qué se pretende resolver? </a:t>
          </a:r>
          <a:endParaRPr lang="es-ES" dirty="0"/>
        </a:p>
      </dgm:t>
    </dgm:pt>
    <dgm:pt modelId="{ADD1CD25-D95E-49F7-8F95-9D79B63799D1}" type="parTrans" cxnId="{8AA1A926-172E-4AB7-B016-907E9CA616A7}">
      <dgm:prSet/>
      <dgm:spPr/>
      <dgm:t>
        <a:bodyPr/>
        <a:lstStyle/>
        <a:p>
          <a:endParaRPr lang="es-ES"/>
        </a:p>
      </dgm:t>
    </dgm:pt>
    <dgm:pt modelId="{E7B0BC47-F16B-4B4A-85FD-C36CB0CE6A43}" type="sibTrans" cxnId="{8AA1A926-172E-4AB7-B016-907E9CA616A7}">
      <dgm:prSet/>
      <dgm:spPr/>
      <dgm:t>
        <a:bodyPr/>
        <a:lstStyle/>
        <a:p>
          <a:endParaRPr lang="es-ES"/>
        </a:p>
      </dgm:t>
    </dgm:pt>
    <dgm:pt modelId="{EF8F73E7-DEEB-42C8-9BEC-DB34890623DC}">
      <dgm:prSet phldrT="[Texto]"/>
      <dgm:spPr/>
      <dgm:t>
        <a:bodyPr/>
        <a:lstStyle/>
        <a:p>
          <a:r>
            <a:rPr lang="es-ES" dirty="0"/>
            <a:t>Escenario</a:t>
          </a:r>
        </a:p>
      </dgm:t>
    </dgm:pt>
    <dgm:pt modelId="{D2754471-E73A-4B86-A7B5-9689D7448B61}" type="parTrans" cxnId="{897D06C6-6CBB-40F9-B16E-5CAB2434576D}">
      <dgm:prSet/>
      <dgm:spPr/>
      <dgm:t>
        <a:bodyPr/>
        <a:lstStyle/>
        <a:p>
          <a:endParaRPr lang="es-ES"/>
        </a:p>
      </dgm:t>
    </dgm:pt>
    <dgm:pt modelId="{C1B858BC-E51A-43C0-B621-B6A2C5F4B084}" type="sibTrans" cxnId="{897D06C6-6CBB-40F9-B16E-5CAB2434576D}">
      <dgm:prSet/>
      <dgm:spPr/>
      <dgm:t>
        <a:bodyPr/>
        <a:lstStyle/>
        <a:p>
          <a:endParaRPr lang="es-ES"/>
        </a:p>
      </dgm:t>
    </dgm:pt>
    <dgm:pt modelId="{08D6A6A6-B974-4F1E-B8A7-12ECECF0A8F9}">
      <dgm:prSet phldrT="[Texto]"/>
      <dgm:spPr/>
      <dgm:t>
        <a:bodyPr/>
        <a:lstStyle/>
        <a:p>
          <a:r>
            <a:rPr lang="es-MX" dirty="0"/>
            <a:t>¿Dónde ocurre el problema? </a:t>
          </a:r>
          <a:endParaRPr lang="es-ES" dirty="0"/>
        </a:p>
      </dgm:t>
    </dgm:pt>
    <dgm:pt modelId="{D8070C63-22A5-428D-BF88-EFC262B0903A}" type="parTrans" cxnId="{3D9CFD75-4398-4055-AD26-2577D0F500BE}">
      <dgm:prSet/>
      <dgm:spPr/>
      <dgm:t>
        <a:bodyPr/>
        <a:lstStyle/>
        <a:p>
          <a:endParaRPr lang="es-ES"/>
        </a:p>
      </dgm:t>
    </dgm:pt>
    <dgm:pt modelId="{07CF27EB-5377-49E3-BB5A-4AB012B93D7A}" type="sibTrans" cxnId="{3D9CFD75-4398-4055-AD26-2577D0F500BE}">
      <dgm:prSet/>
      <dgm:spPr/>
      <dgm:t>
        <a:bodyPr/>
        <a:lstStyle/>
        <a:p>
          <a:endParaRPr lang="es-ES"/>
        </a:p>
      </dgm:t>
    </dgm:pt>
    <dgm:pt modelId="{C4F6FFC9-9D37-455B-A1C7-E2B580AB9632}" type="pres">
      <dgm:prSet presAssocID="{41FA0587-9ADB-4087-94AD-1900A1100574}" presName="Name0" presStyleCnt="0">
        <dgm:presLayoutVars>
          <dgm:dir/>
          <dgm:animLvl val="lvl"/>
          <dgm:resizeHandles val="exact"/>
        </dgm:presLayoutVars>
      </dgm:prSet>
      <dgm:spPr/>
    </dgm:pt>
    <dgm:pt modelId="{012D6BDD-B10C-48BE-9AB0-5B748AFCADBD}" type="pres">
      <dgm:prSet presAssocID="{7E77590C-8E5B-4E33-9406-16E9EAD13A23}" presName="composite" presStyleCnt="0"/>
      <dgm:spPr/>
    </dgm:pt>
    <dgm:pt modelId="{3309D375-A514-4D52-AD7F-0C9FF525BB5A}" type="pres">
      <dgm:prSet presAssocID="{7E77590C-8E5B-4E33-9406-16E9EAD13A2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3254905-B7C5-42C1-9570-490EC5EB2EE8}" type="pres">
      <dgm:prSet presAssocID="{7E77590C-8E5B-4E33-9406-16E9EAD13A23}" presName="desTx" presStyleLbl="alignAccFollowNode1" presStyleIdx="0" presStyleCnt="4">
        <dgm:presLayoutVars>
          <dgm:bulletEnabled val="1"/>
        </dgm:presLayoutVars>
      </dgm:prSet>
      <dgm:spPr/>
    </dgm:pt>
    <dgm:pt modelId="{0CFB8B95-A1C5-4960-B7D0-36A02C3718AA}" type="pres">
      <dgm:prSet presAssocID="{2F1A09E9-7CE4-4CA5-B646-175C6C689C16}" presName="space" presStyleCnt="0"/>
      <dgm:spPr/>
    </dgm:pt>
    <dgm:pt modelId="{F8386998-487A-4ED9-99F1-8274DBDA0B65}" type="pres">
      <dgm:prSet presAssocID="{4A3DADF6-EC73-4074-A987-9DF4C01020FE}" presName="composite" presStyleCnt="0"/>
      <dgm:spPr/>
    </dgm:pt>
    <dgm:pt modelId="{AAC3C470-EF66-43F0-ACE0-50F6A0B65C8C}" type="pres">
      <dgm:prSet presAssocID="{4A3DADF6-EC73-4074-A987-9DF4C01020F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8D3709D-2082-4ED8-95EA-E6D50F5549E9}" type="pres">
      <dgm:prSet presAssocID="{4A3DADF6-EC73-4074-A987-9DF4C01020FE}" presName="desTx" presStyleLbl="alignAccFollowNode1" presStyleIdx="1" presStyleCnt="4">
        <dgm:presLayoutVars>
          <dgm:bulletEnabled val="1"/>
        </dgm:presLayoutVars>
      </dgm:prSet>
      <dgm:spPr/>
    </dgm:pt>
    <dgm:pt modelId="{2BD1C256-D82D-4B19-8D71-913249CEFBA4}" type="pres">
      <dgm:prSet presAssocID="{A5C8FDE0-571E-46E6-B081-64EF9F772947}" presName="space" presStyleCnt="0"/>
      <dgm:spPr/>
    </dgm:pt>
    <dgm:pt modelId="{413C7A5F-9900-4057-A0FC-72B2F2BD99CF}" type="pres">
      <dgm:prSet presAssocID="{77E60208-24DD-4E18-BD27-5737A9285E18}" presName="composite" presStyleCnt="0"/>
      <dgm:spPr/>
    </dgm:pt>
    <dgm:pt modelId="{93FAFAF4-9703-40EE-A9BB-2982412E6BE7}" type="pres">
      <dgm:prSet presAssocID="{77E60208-24DD-4E18-BD27-5737A9285E1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8227DFF-EEE7-4C6E-A7C8-EB411697F79B}" type="pres">
      <dgm:prSet presAssocID="{77E60208-24DD-4E18-BD27-5737A9285E18}" presName="desTx" presStyleLbl="alignAccFollowNode1" presStyleIdx="2" presStyleCnt="4">
        <dgm:presLayoutVars>
          <dgm:bulletEnabled val="1"/>
        </dgm:presLayoutVars>
      </dgm:prSet>
      <dgm:spPr/>
    </dgm:pt>
    <dgm:pt modelId="{C6002A8D-D3FC-45DF-8883-3F77D942EB4A}" type="pres">
      <dgm:prSet presAssocID="{15D24C4F-60E6-4815-BC0E-F93E420CDEFA}" presName="space" presStyleCnt="0"/>
      <dgm:spPr/>
    </dgm:pt>
    <dgm:pt modelId="{4F43A68B-756F-4BB6-9232-A2AD5F311FFA}" type="pres">
      <dgm:prSet presAssocID="{EF8F73E7-DEEB-42C8-9BEC-DB34890623DC}" presName="composite" presStyleCnt="0"/>
      <dgm:spPr/>
    </dgm:pt>
    <dgm:pt modelId="{80C7A7C6-3307-4816-A302-45DDDED3B4CE}" type="pres">
      <dgm:prSet presAssocID="{EF8F73E7-DEEB-42C8-9BEC-DB34890623DC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23CBFD23-2E6A-4FE8-8423-BFAB96D1263C}" type="pres">
      <dgm:prSet presAssocID="{EF8F73E7-DEEB-42C8-9BEC-DB34890623DC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80EB0E02-3828-4EAD-B447-BD850F641940}" srcId="{7E77590C-8E5B-4E33-9406-16E9EAD13A23}" destId="{B85D80E3-06BF-404F-83BC-83782DEE39FD}" srcOrd="0" destOrd="0" parTransId="{B67E4521-8361-48F7-BAE2-A9E0D25F9032}" sibTransId="{C02C85E2-7942-42D2-B935-6BD81E34B6CA}"/>
    <dgm:cxn modelId="{0366B60A-341A-42A1-80F0-65B1BC3CBE36}" type="presOf" srcId="{41FA0587-9ADB-4087-94AD-1900A1100574}" destId="{C4F6FFC9-9D37-455B-A1C7-E2B580AB9632}" srcOrd="0" destOrd="0" presId="urn:microsoft.com/office/officeart/2005/8/layout/hList1"/>
    <dgm:cxn modelId="{8AA1A926-172E-4AB7-B016-907E9CA616A7}" srcId="{77E60208-24DD-4E18-BD27-5737A9285E18}" destId="{76C94D0E-05B9-4FEA-9434-B123A338A505}" srcOrd="0" destOrd="0" parTransId="{ADD1CD25-D95E-49F7-8F95-9D79B63799D1}" sibTransId="{E7B0BC47-F16B-4B4A-85FD-C36CB0CE6A43}"/>
    <dgm:cxn modelId="{ADFFA72F-532A-407F-A115-53EB8FD8FD87}" type="presOf" srcId="{7E77590C-8E5B-4E33-9406-16E9EAD13A23}" destId="{3309D375-A514-4D52-AD7F-0C9FF525BB5A}" srcOrd="0" destOrd="0" presId="urn:microsoft.com/office/officeart/2005/8/layout/hList1"/>
    <dgm:cxn modelId="{10F7F943-1ACC-4151-96DE-0622AD355A87}" srcId="{41FA0587-9ADB-4087-94AD-1900A1100574}" destId="{77E60208-24DD-4E18-BD27-5737A9285E18}" srcOrd="2" destOrd="0" parTransId="{5AB2DAEE-9045-429F-B3FD-740C13C969E8}" sibTransId="{15D24C4F-60E6-4815-BC0E-F93E420CDEFA}"/>
    <dgm:cxn modelId="{3D9CFD75-4398-4055-AD26-2577D0F500BE}" srcId="{EF8F73E7-DEEB-42C8-9BEC-DB34890623DC}" destId="{08D6A6A6-B974-4F1E-B8A7-12ECECF0A8F9}" srcOrd="0" destOrd="0" parTransId="{D8070C63-22A5-428D-BF88-EFC262B0903A}" sibTransId="{07CF27EB-5377-49E3-BB5A-4AB012B93D7A}"/>
    <dgm:cxn modelId="{11E2E177-6784-4829-B0EA-97C0CDF8AB4C}" srcId="{41FA0587-9ADB-4087-94AD-1900A1100574}" destId="{4A3DADF6-EC73-4074-A987-9DF4C01020FE}" srcOrd="1" destOrd="0" parTransId="{3F2552F9-DA0B-4DAE-9388-D14570ED8EF2}" sibTransId="{A5C8FDE0-571E-46E6-B081-64EF9F772947}"/>
    <dgm:cxn modelId="{F9B3147F-2EFD-4189-B0AE-0361292FC87A}" type="presOf" srcId="{77E60208-24DD-4E18-BD27-5737A9285E18}" destId="{93FAFAF4-9703-40EE-A9BB-2982412E6BE7}" srcOrd="0" destOrd="0" presId="urn:microsoft.com/office/officeart/2005/8/layout/hList1"/>
    <dgm:cxn modelId="{E6E38887-48B0-41E8-A680-40B679273468}" type="presOf" srcId="{76C94D0E-05B9-4FEA-9434-B123A338A505}" destId="{38227DFF-EEE7-4C6E-A7C8-EB411697F79B}" srcOrd="0" destOrd="0" presId="urn:microsoft.com/office/officeart/2005/8/layout/hList1"/>
    <dgm:cxn modelId="{B065A78A-25E2-42DE-933E-A878E5D3E28C}" type="presOf" srcId="{EF8F73E7-DEEB-42C8-9BEC-DB34890623DC}" destId="{80C7A7C6-3307-4816-A302-45DDDED3B4CE}" srcOrd="0" destOrd="0" presId="urn:microsoft.com/office/officeart/2005/8/layout/hList1"/>
    <dgm:cxn modelId="{7845089B-0279-4477-B7F3-11656C76D0FC}" type="presOf" srcId="{B85D80E3-06BF-404F-83BC-83782DEE39FD}" destId="{E3254905-B7C5-42C1-9570-490EC5EB2EE8}" srcOrd="0" destOrd="0" presId="urn:microsoft.com/office/officeart/2005/8/layout/hList1"/>
    <dgm:cxn modelId="{A04FABA5-F9FD-4421-9F46-0935FE100DCF}" srcId="{4A3DADF6-EC73-4074-A987-9DF4C01020FE}" destId="{3F76C378-BEFE-451D-AAFE-3DA3B34DF344}" srcOrd="0" destOrd="0" parTransId="{5C7ADD1A-71DE-42E2-9156-549E3D1C11EC}" sibTransId="{82DCC614-452E-4E47-BCB9-34C07560CE9A}"/>
    <dgm:cxn modelId="{3A835ABC-C113-4453-B7A0-19B5AD525D17}" type="presOf" srcId="{4A3DADF6-EC73-4074-A987-9DF4C01020FE}" destId="{AAC3C470-EF66-43F0-ACE0-50F6A0B65C8C}" srcOrd="0" destOrd="0" presId="urn:microsoft.com/office/officeart/2005/8/layout/hList1"/>
    <dgm:cxn modelId="{6059D0BD-A7E4-48D4-B23D-33A5A642CCA0}" type="presOf" srcId="{3F76C378-BEFE-451D-AAFE-3DA3B34DF344}" destId="{D8D3709D-2082-4ED8-95EA-E6D50F5549E9}" srcOrd="0" destOrd="0" presId="urn:microsoft.com/office/officeart/2005/8/layout/hList1"/>
    <dgm:cxn modelId="{897D06C6-6CBB-40F9-B16E-5CAB2434576D}" srcId="{41FA0587-9ADB-4087-94AD-1900A1100574}" destId="{EF8F73E7-DEEB-42C8-9BEC-DB34890623DC}" srcOrd="3" destOrd="0" parTransId="{D2754471-E73A-4B86-A7B5-9689D7448B61}" sibTransId="{C1B858BC-E51A-43C0-B621-B6A2C5F4B084}"/>
    <dgm:cxn modelId="{7EB134C9-5160-4C3C-8E84-155C70EA621A}" type="presOf" srcId="{08D6A6A6-B974-4F1E-B8A7-12ECECF0A8F9}" destId="{23CBFD23-2E6A-4FE8-8423-BFAB96D1263C}" srcOrd="0" destOrd="0" presId="urn:microsoft.com/office/officeart/2005/8/layout/hList1"/>
    <dgm:cxn modelId="{BCB8CFE7-1D75-4DE0-94E4-0092165F8596}" srcId="{41FA0587-9ADB-4087-94AD-1900A1100574}" destId="{7E77590C-8E5B-4E33-9406-16E9EAD13A23}" srcOrd="0" destOrd="0" parTransId="{C64DA1AE-C937-4B99-8AD7-C3E5916294BD}" sibTransId="{2F1A09E9-7CE4-4CA5-B646-175C6C689C16}"/>
    <dgm:cxn modelId="{E0B1E47E-294C-4627-A152-E0DAE563E724}" type="presParOf" srcId="{C4F6FFC9-9D37-455B-A1C7-E2B580AB9632}" destId="{012D6BDD-B10C-48BE-9AB0-5B748AFCADBD}" srcOrd="0" destOrd="0" presId="urn:microsoft.com/office/officeart/2005/8/layout/hList1"/>
    <dgm:cxn modelId="{E13DBA7B-2A72-46A1-859C-020D1861F180}" type="presParOf" srcId="{012D6BDD-B10C-48BE-9AB0-5B748AFCADBD}" destId="{3309D375-A514-4D52-AD7F-0C9FF525BB5A}" srcOrd="0" destOrd="0" presId="urn:microsoft.com/office/officeart/2005/8/layout/hList1"/>
    <dgm:cxn modelId="{32D6162D-2407-4430-8974-6EBE621E1DC0}" type="presParOf" srcId="{012D6BDD-B10C-48BE-9AB0-5B748AFCADBD}" destId="{E3254905-B7C5-42C1-9570-490EC5EB2EE8}" srcOrd="1" destOrd="0" presId="urn:microsoft.com/office/officeart/2005/8/layout/hList1"/>
    <dgm:cxn modelId="{CC503D94-5691-4121-8753-6C4984A62A9A}" type="presParOf" srcId="{C4F6FFC9-9D37-455B-A1C7-E2B580AB9632}" destId="{0CFB8B95-A1C5-4960-B7D0-36A02C3718AA}" srcOrd="1" destOrd="0" presId="urn:microsoft.com/office/officeart/2005/8/layout/hList1"/>
    <dgm:cxn modelId="{9E2FC27C-F4F6-4AAC-8320-B0506EB92EFC}" type="presParOf" srcId="{C4F6FFC9-9D37-455B-A1C7-E2B580AB9632}" destId="{F8386998-487A-4ED9-99F1-8274DBDA0B65}" srcOrd="2" destOrd="0" presId="urn:microsoft.com/office/officeart/2005/8/layout/hList1"/>
    <dgm:cxn modelId="{B029E1C5-2617-47B3-B929-A48FA0D69EE5}" type="presParOf" srcId="{F8386998-487A-4ED9-99F1-8274DBDA0B65}" destId="{AAC3C470-EF66-43F0-ACE0-50F6A0B65C8C}" srcOrd="0" destOrd="0" presId="urn:microsoft.com/office/officeart/2005/8/layout/hList1"/>
    <dgm:cxn modelId="{C71BB01A-9C7A-433F-BF73-E5242D897019}" type="presParOf" srcId="{F8386998-487A-4ED9-99F1-8274DBDA0B65}" destId="{D8D3709D-2082-4ED8-95EA-E6D50F5549E9}" srcOrd="1" destOrd="0" presId="urn:microsoft.com/office/officeart/2005/8/layout/hList1"/>
    <dgm:cxn modelId="{BC1601D5-67F3-4E9E-BDA6-210DC53C79B0}" type="presParOf" srcId="{C4F6FFC9-9D37-455B-A1C7-E2B580AB9632}" destId="{2BD1C256-D82D-4B19-8D71-913249CEFBA4}" srcOrd="3" destOrd="0" presId="urn:microsoft.com/office/officeart/2005/8/layout/hList1"/>
    <dgm:cxn modelId="{77103FEF-E770-4C47-8BED-BEFA9416AA4F}" type="presParOf" srcId="{C4F6FFC9-9D37-455B-A1C7-E2B580AB9632}" destId="{413C7A5F-9900-4057-A0FC-72B2F2BD99CF}" srcOrd="4" destOrd="0" presId="urn:microsoft.com/office/officeart/2005/8/layout/hList1"/>
    <dgm:cxn modelId="{35335BFE-B977-4321-9B97-D4E662B1C146}" type="presParOf" srcId="{413C7A5F-9900-4057-A0FC-72B2F2BD99CF}" destId="{93FAFAF4-9703-40EE-A9BB-2982412E6BE7}" srcOrd="0" destOrd="0" presId="urn:microsoft.com/office/officeart/2005/8/layout/hList1"/>
    <dgm:cxn modelId="{65372173-42AA-4B16-ACA1-D796587239EF}" type="presParOf" srcId="{413C7A5F-9900-4057-A0FC-72B2F2BD99CF}" destId="{38227DFF-EEE7-4C6E-A7C8-EB411697F79B}" srcOrd="1" destOrd="0" presId="urn:microsoft.com/office/officeart/2005/8/layout/hList1"/>
    <dgm:cxn modelId="{BB415543-4A35-4104-A348-93B380B9F879}" type="presParOf" srcId="{C4F6FFC9-9D37-455B-A1C7-E2B580AB9632}" destId="{C6002A8D-D3FC-45DF-8883-3F77D942EB4A}" srcOrd="5" destOrd="0" presId="urn:microsoft.com/office/officeart/2005/8/layout/hList1"/>
    <dgm:cxn modelId="{6F8D1F93-9885-41E4-8BE6-0ACC9CA89745}" type="presParOf" srcId="{C4F6FFC9-9D37-455B-A1C7-E2B580AB9632}" destId="{4F43A68B-756F-4BB6-9232-A2AD5F311FFA}" srcOrd="6" destOrd="0" presId="urn:microsoft.com/office/officeart/2005/8/layout/hList1"/>
    <dgm:cxn modelId="{B4F5404B-F836-4913-A080-0C3BE0DC8862}" type="presParOf" srcId="{4F43A68B-756F-4BB6-9232-A2AD5F311FFA}" destId="{80C7A7C6-3307-4816-A302-45DDDED3B4CE}" srcOrd="0" destOrd="0" presId="urn:microsoft.com/office/officeart/2005/8/layout/hList1"/>
    <dgm:cxn modelId="{53BD3ED6-3D0B-4F2B-9701-2E061139EE20}" type="presParOf" srcId="{4F43A68B-756F-4BB6-9232-A2AD5F311FFA}" destId="{23CBFD23-2E6A-4FE8-8423-BFAB96D1263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ABADAE-A86F-40F1-B995-CBAFCDB5299D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23CD2D1E-B198-40E6-8512-D1DADE608960}">
      <dgm:prSet phldrT="[Texto]"/>
      <dgm:spPr/>
      <dgm:t>
        <a:bodyPr/>
        <a:lstStyle/>
        <a:p>
          <a:r>
            <a:rPr lang="es-ES" dirty="0"/>
            <a:t>Problema</a:t>
          </a:r>
        </a:p>
      </dgm:t>
    </dgm:pt>
    <dgm:pt modelId="{6C898CED-E4AE-4EB2-BC37-41FFCF83C46B}" type="parTrans" cxnId="{1D818DF7-836A-4691-AF63-72B7B08B94FE}">
      <dgm:prSet/>
      <dgm:spPr/>
      <dgm:t>
        <a:bodyPr/>
        <a:lstStyle/>
        <a:p>
          <a:endParaRPr lang="es-ES"/>
        </a:p>
      </dgm:t>
    </dgm:pt>
    <dgm:pt modelId="{6D9C17B7-7196-46F6-8EC5-1713248278D7}" type="sibTrans" cxnId="{1D818DF7-836A-4691-AF63-72B7B08B94FE}">
      <dgm:prSet/>
      <dgm:spPr/>
      <dgm:t>
        <a:bodyPr/>
        <a:lstStyle/>
        <a:p>
          <a:endParaRPr lang="es-ES"/>
        </a:p>
      </dgm:t>
    </dgm:pt>
    <dgm:pt modelId="{77DCE730-FD2A-4F79-80B1-F811793277C9}">
      <dgm:prSet phldrT="[Texto]"/>
      <dgm:spPr/>
      <dgm:t>
        <a:bodyPr/>
        <a:lstStyle/>
        <a:p>
          <a:r>
            <a:rPr lang="es-MX" dirty="0"/>
            <a:t>Debe presentar interés por algún sector empresarial, gubernamental, social, entre otros (importancia).</a:t>
          </a:r>
          <a:endParaRPr lang="es-ES" dirty="0"/>
        </a:p>
      </dgm:t>
    </dgm:pt>
    <dgm:pt modelId="{7E591AF6-3E39-499C-A23E-3E85CD1E07DB}" type="parTrans" cxnId="{AB3B99FA-56B0-46CE-945E-D8C21065E2B4}">
      <dgm:prSet/>
      <dgm:spPr/>
      <dgm:t>
        <a:bodyPr/>
        <a:lstStyle/>
        <a:p>
          <a:endParaRPr lang="es-ES"/>
        </a:p>
      </dgm:t>
    </dgm:pt>
    <dgm:pt modelId="{8CD5D463-68C2-481D-BEF5-CC1A18E0BC68}" type="sibTrans" cxnId="{AB3B99FA-56B0-46CE-945E-D8C21065E2B4}">
      <dgm:prSet/>
      <dgm:spPr/>
      <dgm:t>
        <a:bodyPr/>
        <a:lstStyle/>
        <a:p>
          <a:endParaRPr lang="es-ES"/>
        </a:p>
      </dgm:t>
    </dgm:pt>
    <dgm:pt modelId="{55B52536-3800-4D26-B31C-FB7C091C22E8}">
      <dgm:prSet phldrT="[Texto]"/>
      <dgm:spPr/>
      <dgm:t>
        <a:bodyPr/>
        <a:lstStyle/>
        <a:p>
          <a:r>
            <a:rPr lang="es-ES" dirty="0"/>
            <a:t>Propuesta</a:t>
          </a:r>
        </a:p>
      </dgm:t>
    </dgm:pt>
    <dgm:pt modelId="{E95F9801-A5E1-44D0-AEB2-0AC0DB35C562}" type="parTrans" cxnId="{C103A21C-5044-4B82-AC79-3C86FDEE29EF}">
      <dgm:prSet/>
      <dgm:spPr/>
      <dgm:t>
        <a:bodyPr/>
        <a:lstStyle/>
        <a:p>
          <a:endParaRPr lang="es-ES"/>
        </a:p>
      </dgm:t>
    </dgm:pt>
    <dgm:pt modelId="{DEA04D53-1A69-4F0F-8DCD-CAB2332113B6}" type="sibTrans" cxnId="{C103A21C-5044-4B82-AC79-3C86FDEE29EF}">
      <dgm:prSet/>
      <dgm:spPr/>
      <dgm:t>
        <a:bodyPr/>
        <a:lstStyle/>
        <a:p>
          <a:endParaRPr lang="es-ES"/>
        </a:p>
      </dgm:t>
    </dgm:pt>
    <dgm:pt modelId="{91B55284-37C0-4F2A-BC3D-10C2239C7B18}">
      <dgm:prSet phldrT="[Texto]"/>
      <dgm:spPr/>
      <dgm:t>
        <a:bodyPr/>
        <a:lstStyle/>
        <a:p>
          <a:r>
            <a:rPr lang="es-MX" dirty="0"/>
            <a:t>La propuesta debe corresponder a la aplicación de un conocimiento de Ingeniería de Sistemas de </a:t>
          </a:r>
          <a:r>
            <a:rPr lang="es-MX" dirty="0" err="1"/>
            <a:t>Informacion</a:t>
          </a:r>
          <a:r>
            <a:rPr lang="es-MX" dirty="0"/>
            <a:t>.</a:t>
          </a:r>
          <a:endParaRPr lang="es-ES" dirty="0"/>
        </a:p>
      </dgm:t>
    </dgm:pt>
    <dgm:pt modelId="{E5C44965-4A2A-4174-8B52-BC74B2E7206E}" type="parTrans" cxnId="{202BFA5C-BF83-46BE-820A-9BD709C849D0}">
      <dgm:prSet/>
      <dgm:spPr/>
      <dgm:t>
        <a:bodyPr/>
        <a:lstStyle/>
        <a:p>
          <a:endParaRPr lang="es-ES"/>
        </a:p>
      </dgm:t>
    </dgm:pt>
    <dgm:pt modelId="{096CA407-84A9-4D0A-8D7B-D73C6138BE41}" type="sibTrans" cxnId="{202BFA5C-BF83-46BE-820A-9BD709C849D0}">
      <dgm:prSet/>
      <dgm:spPr/>
      <dgm:t>
        <a:bodyPr/>
        <a:lstStyle/>
        <a:p>
          <a:endParaRPr lang="es-ES"/>
        </a:p>
      </dgm:t>
    </dgm:pt>
    <dgm:pt modelId="{C56CC465-2C48-476C-8B59-350B8741AE26}">
      <dgm:prSet phldrT="[Texto]"/>
      <dgm:spPr/>
      <dgm:t>
        <a:bodyPr/>
        <a:lstStyle/>
        <a:p>
          <a:r>
            <a:rPr lang="es-ES" dirty="0"/>
            <a:t>Técnica</a:t>
          </a:r>
        </a:p>
      </dgm:t>
    </dgm:pt>
    <dgm:pt modelId="{91436159-FF8D-423F-92F5-44FA98B09B5B}" type="parTrans" cxnId="{A80A7201-924B-4979-B933-E1067FECD4AF}">
      <dgm:prSet/>
      <dgm:spPr/>
      <dgm:t>
        <a:bodyPr/>
        <a:lstStyle/>
        <a:p>
          <a:endParaRPr lang="es-ES"/>
        </a:p>
      </dgm:t>
    </dgm:pt>
    <dgm:pt modelId="{71A88D18-1143-44B3-A8ED-F682E1D9A06C}" type="sibTrans" cxnId="{A80A7201-924B-4979-B933-E1067FECD4AF}">
      <dgm:prSet/>
      <dgm:spPr/>
      <dgm:t>
        <a:bodyPr/>
        <a:lstStyle/>
        <a:p>
          <a:endParaRPr lang="es-ES"/>
        </a:p>
      </dgm:t>
    </dgm:pt>
    <dgm:pt modelId="{EF30C070-A706-44BC-B23D-CC6C083A511A}">
      <dgm:prSet phldrT="[Texto]"/>
      <dgm:spPr/>
      <dgm:t>
        <a:bodyPr/>
        <a:lstStyle/>
        <a:p>
          <a:r>
            <a:rPr lang="es-MX" dirty="0"/>
            <a:t>La técnica debe corresponder al área del programa. También se puede usar técnicas de otra área, pero se requiere adaptarla al área del programa.</a:t>
          </a:r>
          <a:endParaRPr lang="es-ES" dirty="0"/>
        </a:p>
      </dgm:t>
    </dgm:pt>
    <dgm:pt modelId="{CFD99C00-F031-49A2-BEA7-511FBA38A348}" type="parTrans" cxnId="{C135F23F-E01E-497C-8DCB-61DD1626D62E}">
      <dgm:prSet/>
      <dgm:spPr/>
      <dgm:t>
        <a:bodyPr/>
        <a:lstStyle/>
        <a:p>
          <a:endParaRPr lang="es-ES"/>
        </a:p>
      </dgm:t>
    </dgm:pt>
    <dgm:pt modelId="{A563E0E4-3B20-4F81-8D62-F528F0DA9B5F}" type="sibTrans" cxnId="{C135F23F-E01E-497C-8DCB-61DD1626D62E}">
      <dgm:prSet/>
      <dgm:spPr/>
      <dgm:t>
        <a:bodyPr/>
        <a:lstStyle/>
        <a:p>
          <a:endParaRPr lang="es-ES"/>
        </a:p>
      </dgm:t>
    </dgm:pt>
    <dgm:pt modelId="{AE70D3D8-C8D0-4EC8-A14B-874D4F9F3F1B}">
      <dgm:prSet phldrT="[Texto]"/>
      <dgm:spPr/>
      <dgm:t>
        <a:bodyPr/>
        <a:lstStyle/>
        <a:p>
          <a:r>
            <a:rPr lang="es-ES" dirty="0"/>
            <a:t>Escenario</a:t>
          </a:r>
        </a:p>
      </dgm:t>
    </dgm:pt>
    <dgm:pt modelId="{30D3AF13-EA28-4676-9DA7-436685716F1B}" type="parTrans" cxnId="{E6B6438C-EAAE-4079-AEC9-46E84FF29FF0}">
      <dgm:prSet/>
      <dgm:spPr/>
      <dgm:t>
        <a:bodyPr/>
        <a:lstStyle/>
        <a:p>
          <a:endParaRPr lang="es-ES"/>
        </a:p>
      </dgm:t>
    </dgm:pt>
    <dgm:pt modelId="{35751A99-A71A-419E-85A8-AA364D13D136}" type="sibTrans" cxnId="{E6B6438C-EAAE-4079-AEC9-46E84FF29FF0}">
      <dgm:prSet/>
      <dgm:spPr/>
      <dgm:t>
        <a:bodyPr/>
        <a:lstStyle/>
        <a:p>
          <a:endParaRPr lang="es-ES"/>
        </a:p>
      </dgm:t>
    </dgm:pt>
    <dgm:pt modelId="{3FD5238A-EE30-434E-A611-7B5A3A991238}">
      <dgm:prSet phldrT="[Texto]"/>
      <dgm:spPr/>
      <dgm:t>
        <a:bodyPr/>
        <a:lstStyle/>
        <a:p>
          <a:r>
            <a:rPr lang="es-PE" dirty="0"/>
            <a:t>El escenario debe ser representativo.</a:t>
          </a:r>
          <a:endParaRPr lang="es-ES" dirty="0"/>
        </a:p>
      </dgm:t>
    </dgm:pt>
    <dgm:pt modelId="{F1F8BEDD-7895-4AAD-ACAF-107F882C2A4C}" type="parTrans" cxnId="{40F05E5E-32D4-431C-8FD1-CD77B70EA0E7}">
      <dgm:prSet/>
      <dgm:spPr/>
      <dgm:t>
        <a:bodyPr/>
        <a:lstStyle/>
        <a:p>
          <a:endParaRPr lang="es-ES"/>
        </a:p>
      </dgm:t>
    </dgm:pt>
    <dgm:pt modelId="{EA3A43F3-C573-47BC-B038-C27AD6E025E7}" type="sibTrans" cxnId="{40F05E5E-32D4-431C-8FD1-CD77B70EA0E7}">
      <dgm:prSet/>
      <dgm:spPr/>
      <dgm:t>
        <a:bodyPr/>
        <a:lstStyle/>
        <a:p>
          <a:endParaRPr lang="es-ES"/>
        </a:p>
      </dgm:t>
    </dgm:pt>
    <dgm:pt modelId="{E772507D-CCC7-46C0-A985-56751FA624F4}" type="pres">
      <dgm:prSet presAssocID="{27ABADAE-A86F-40F1-B995-CBAFCDB5299D}" presName="linearFlow" presStyleCnt="0">
        <dgm:presLayoutVars>
          <dgm:dir/>
          <dgm:animLvl val="lvl"/>
          <dgm:resizeHandles val="exact"/>
        </dgm:presLayoutVars>
      </dgm:prSet>
      <dgm:spPr/>
    </dgm:pt>
    <dgm:pt modelId="{F6E71B26-A5DE-4EBB-B7BD-4E4842CC53BB}" type="pres">
      <dgm:prSet presAssocID="{23CD2D1E-B198-40E6-8512-D1DADE608960}" presName="composite" presStyleCnt="0"/>
      <dgm:spPr/>
    </dgm:pt>
    <dgm:pt modelId="{BD1DC15B-92C7-4CC2-8194-F54624C87206}" type="pres">
      <dgm:prSet presAssocID="{23CD2D1E-B198-40E6-8512-D1DADE608960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1CC2CC7-2CA0-4447-9A05-942A4A03E2C3}" type="pres">
      <dgm:prSet presAssocID="{23CD2D1E-B198-40E6-8512-D1DADE608960}" presName="descendantText" presStyleLbl="alignAcc1" presStyleIdx="0" presStyleCnt="4">
        <dgm:presLayoutVars>
          <dgm:bulletEnabled val="1"/>
        </dgm:presLayoutVars>
      </dgm:prSet>
      <dgm:spPr/>
    </dgm:pt>
    <dgm:pt modelId="{815B151F-E028-4331-9B4A-B27F94ADC4D6}" type="pres">
      <dgm:prSet presAssocID="{6D9C17B7-7196-46F6-8EC5-1713248278D7}" presName="sp" presStyleCnt="0"/>
      <dgm:spPr/>
    </dgm:pt>
    <dgm:pt modelId="{CCB465B6-1311-43D0-BD38-11937F4AE2A4}" type="pres">
      <dgm:prSet presAssocID="{55B52536-3800-4D26-B31C-FB7C091C22E8}" presName="composite" presStyleCnt="0"/>
      <dgm:spPr/>
    </dgm:pt>
    <dgm:pt modelId="{F083C9B6-77EB-4094-9374-50A4C3804B14}" type="pres">
      <dgm:prSet presAssocID="{55B52536-3800-4D26-B31C-FB7C091C22E8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5A2EC88-AA67-4DD5-BF7C-482A85BE6F08}" type="pres">
      <dgm:prSet presAssocID="{55B52536-3800-4D26-B31C-FB7C091C22E8}" presName="descendantText" presStyleLbl="alignAcc1" presStyleIdx="1" presStyleCnt="4">
        <dgm:presLayoutVars>
          <dgm:bulletEnabled val="1"/>
        </dgm:presLayoutVars>
      </dgm:prSet>
      <dgm:spPr/>
    </dgm:pt>
    <dgm:pt modelId="{262AC769-E00C-4A5B-914D-AF4474FD8B13}" type="pres">
      <dgm:prSet presAssocID="{DEA04D53-1A69-4F0F-8DCD-CAB2332113B6}" presName="sp" presStyleCnt="0"/>
      <dgm:spPr/>
    </dgm:pt>
    <dgm:pt modelId="{CC3867E0-7C78-47FF-9A34-34D32ECA6AA0}" type="pres">
      <dgm:prSet presAssocID="{C56CC465-2C48-476C-8B59-350B8741AE26}" presName="composite" presStyleCnt="0"/>
      <dgm:spPr/>
    </dgm:pt>
    <dgm:pt modelId="{F55F6D0B-5AFF-4523-AB8E-5B17F2114770}" type="pres">
      <dgm:prSet presAssocID="{C56CC465-2C48-476C-8B59-350B8741AE26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0AB7F916-BEDC-43B0-BC8B-4D2B4242BC92}" type="pres">
      <dgm:prSet presAssocID="{C56CC465-2C48-476C-8B59-350B8741AE26}" presName="descendantText" presStyleLbl="alignAcc1" presStyleIdx="2" presStyleCnt="4">
        <dgm:presLayoutVars>
          <dgm:bulletEnabled val="1"/>
        </dgm:presLayoutVars>
      </dgm:prSet>
      <dgm:spPr/>
    </dgm:pt>
    <dgm:pt modelId="{20839568-AA55-401C-8ED9-11DD10987137}" type="pres">
      <dgm:prSet presAssocID="{71A88D18-1143-44B3-A8ED-F682E1D9A06C}" presName="sp" presStyleCnt="0"/>
      <dgm:spPr/>
    </dgm:pt>
    <dgm:pt modelId="{971B3571-1DCF-4C60-A11C-43B66C4FF249}" type="pres">
      <dgm:prSet presAssocID="{AE70D3D8-C8D0-4EC8-A14B-874D4F9F3F1B}" presName="composite" presStyleCnt="0"/>
      <dgm:spPr/>
    </dgm:pt>
    <dgm:pt modelId="{2B7ACABE-1234-4EA7-B023-C641D1A7FCE0}" type="pres">
      <dgm:prSet presAssocID="{AE70D3D8-C8D0-4EC8-A14B-874D4F9F3F1B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7D2E027F-739B-486E-8BEA-1A0E32A66EBD}" type="pres">
      <dgm:prSet presAssocID="{AE70D3D8-C8D0-4EC8-A14B-874D4F9F3F1B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A80A7201-924B-4979-B933-E1067FECD4AF}" srcId="{27ABADAE-A86F-40F1-B995-CBAFCDB5299D}" destId="{C56CC465-2C48-476C-8B59-350B8741AE26}" srcOrd="2" destOrd="0" parTransId="{91436159-FF8D-423F-92F5-44FA98B09B5B}" sibTransId="{71A88D18-1143-44B3-A8ED-F682E1D9A06C}"/>
    <dgm:cxn modelId="{5918F409-F422-4E55-A7EE-7F6BC2CE6B10}" type="presOf" srcId="{27ABADAE-A86F-40F1-B995-CBAFCDB5299D}" destId="{E772507D-CCC7-46C0-A985-56751FA624F4}" srcOrd="0" destOrd="0" presId="urn:microsoft.com/office/officeart/2005/8/layout/chevron2"/>
    <dgm:cxn modelId="{C103A21C-5044-4B82-AC79-3C86FDEE29EF}" srcId="{27ABADAE-A86F-40F1-B995-CBAFCDB5299D}" destId="{55B52536-3800-4D26-B31C-FB7C091C22E8}" srcOrd="1" destOrd="0" parTransId="{E95F9801-A5E1-44D0-AEB2-0AC0DB35C562}" sibTransId="{DEA04D53-1A69-4F0F-8DCD-CAB2332113B6}"/>
    <dgm:cxn modelId="{C135F23F-E01E-497C-8DCB-61DD1626D62E}" srcId="{C56CC465-2C48-476C-8B59-350B8741AE26}" destId="{EF30C070-A706-44BC-B23D-CC6C083A511A}" srcOrd="0" destOrd="0" parTransId="{CFD99C00-F031-49A2-BEA7-511FBA38A348}" sibTransId="{A563E0E4-3B20-4F81-8D62-F528F0DA9B5F}"/>
    <dgm:cxn modelId="{202BFA5C-BF83-46BE-820A-9BD709C849D0}" srcId="{55B52536-3800-4D26-B31C-FB7C091C22E8}" destId="{91B55284-37C0-4F2A-BC3D-10C2239C7B18}" srcOrd="0" destOrd="0" parTransId="{E5C44965-4A2A-4174-8B52-BC74B2E7206E}" sibTransId="{096CA407-84A9-4D0A-8D7B-D73C6138BE41}"/>
    <dgm:cxn modelId="{40F05E5E-32D4-431C-8FD1-CD77B70EA0E7}" srcId="{AE70D3D8-C8D0-4EC8-A14B-874D4F9F3F1B}" destId="{3FD5238A-EE30-434E-A611-7B5A3A991238}" srcOrd="0" destOrd="0" parTransId="{F1F8BEDD-7895-4AAD-ACAF-107F882C2A4C}" sibTransId="{EA3A43F3-C573-47BC-B038-C27AD6E025E7}"/>
    <dgm:cxn modelId="{6C059B67-94DC-4FAF-A8AE-8BC3C1C09EE6}" type="presOf" srcId="{AE70D3D8-C8D0-4EC8-A14B-874D4F9F3F1B}" destId="{2B7ACABE-1234-4EA7-B023-C641D1A7FCE0}" srcOrd="0" destOrd="0" presId="urn:microsoft.com/office/officeart/2005/8/layout/chevron2"/>
    <dgm:cxn modelId="{BC26CB6A-6E85-4F52-B6B5-13496D82CF57}" type="presOf" srcId="{C56CC465-2C48-476C-8B59-350B8741AE26}" destId="{F55F6D0B-5AFF-4523-AB8E-5B17F2114770}" srcOrd="0" destOrd="0" presId="urn:microsoft.com/office/officeart/2005/8/layout/chevron2"/>
    <dgm:cxn modelId="{4E9B1E6C-02E6-48D8-9478-8D0AB5EC8462}" type="presOf" srcId="{55B52536-3800-4D26-B31C-FB7C091C22E8}" destId="{F083C9B6-77EB-4094-9374-50A4C3804B14}" srcOrd="0" destOrd="0" presId="urn:microsoft.com/office/officeart/2005/8/layout/chevron2"/>
    <dgm:cxn modelId="{CE561952-38ED-41B8-9F77-E4266318A350}" type="presOf" srcId="{77DCE730-FD2A-4F79-80B1-F811793277C9}" destId="{B1CC2CC7-2CA0-4447-9A05-942A4A03E2C3}" srcOrd="0" destOrd="0" presId="urn:microsoft.com/office/officeart/2005/8/layout/chevron2"/>
    <dgm:cxn modelId="{E6B6438C-EAAE-4079-AEC9-46E84FF29FF0}" srcId="{27ABADAE-A86F-40F1-B995-CBAFCDB5299D}" destId="{AE70D3D8-C8D0-4EC8-A14B-874D4F9F3F1B}" srcOrd="3" destOrd="0" parTransId="{30D3AF13-EA28-4676-9DA7-436685716F1B}" sibTransId="{35751A99-A71A-419E-85A8-AA364D13D136}"/>
    <dgm:cxn modelId="{27438A9B-DB2F-4B85-AD86-8CC35521BD87}" type="presOf" srcId="{3FD5238A-EE30-434E-A611-7B5A3A991238}" destId="{7D2E027F-739B-486E-8BEA-1A0E32A66EBD}" srcOrd="0" destOrd="0" presId="urn:microsoft.com/office/officeart/2005/8/layout/chevron2"/>
    <dgm:cxn modelId="{BC4ADDDA-0810-4776-B666-0D6C1BC0A56A}" type="presOf" srcId="{23CD2D1E-B198-40E6-8512-D1DADE608960}" destId="{BD1DC15B-92C7-4CC2-8194-F54624C87206}" srcOrd="0" destOrd="0" presId="urn:microsoft.com/office/officeart/2005/8/layout/chevron2"/>
    <dgm:cxn modelId="{08A977DF-6C34-4AC9-AE25-851603D86F0C}" type="presOf" srcId="{EF30C070-A706-44BC-B23D-CC6C083A511A}" destId="{0AB7F916-BEDC-43B0-BC8B-4D2B4242BC92}" srcOrd="0" destOrd="0" presId="urn:microsoft.com/office/officeart/2005/8/layout/chevron2"/>
    <dgm:cxn modelId="{60E087F1-136D-4778-A066-BF6C11A99408}" type="presOf" srcId="{91B55284-37C0-4F2A-BC3D-10C2239C7B18}" destId="{75A2EC88-AA67-4DD5-BF7C-482A85BE6F08}" srcOrd="0" destOrd="0" presId="urn:microsoft.com/office/officeart/2005/8/layout/chevron2"/>
    <dgm:cxn modelId="{1D818DF7-836A-4691-AF63-72B7B08B94FE}" srcId="{27ABADAE-A86F-40F1-B995-CBAFCDB5299D}" destId="{23CD2D1E-B198-40E6-8512-D1DADE608960}" srcOrd="0" destOrd="0" parTransId="{6C898CED-E4AE-4EB2-BC37-41FFCF83C46B}" sibTransId="{6D9C17B7-7196-46F6-8EC5-1713248278D7}"/>
    <dgm:cxn modelId="{AB3B99FA-56B0-46CE-945E-D8C21065E2B4}" srcId="{23CD2D1E-B198-40E6-8512-D1DADE608960}" destId="{77DCE730-FD2A-4F79-80B1-F811793277C9}" srcOrd="0" destOrd="0" parTransId="{7E591AF6-3E39-499C-A23E-3E85CD1E07DB}" sibTransId="{8CD5D463-68C2-481D-BEF5-CC1A18E0BC68}"/>
    <dgm:cxn modelId="{CF79254A-0D46-4CF2-ADB9-244FE7C44E5B}" type="presParOf" srcId="{E772507D-CCC7-46C0-A985-56751FA624F4}" destId="{F6E71B26-A5DE-4EBB-B7BD-4E4842CC53BB}" srcOrd="0" destOrd="0" presId="urn:microsoft.com/office/officeart/2005/8/layout/chevron2"/>
    <dgm:cxn modelId="{907A2D97-2348-4B88-847E-BA24F1309B59}" type="presParOf" srcId="{F6E71B26-A5DE-4EBB-B7BD-4E4842CC53BB}" destId="{BD1DC15B-92C7-4CC2-8194-F54624C87206}" srcOrd="0" destOrd="0" presId="urn:microsoft.com/office/officeart/2005/8/layout/chevron2"/>
    <dgm:cxn modelId="{61266153-4016-4734-B030-3E78BB00BC81}" type="presParOf" srcId="{F6E71B26-A5DE-4EBB-B7BD-4E4842CC53BB}" destId="{B1CC2CC7-2CA0-4447-9A05-942A4A03E2C3}" srcOrd="1" destOrd="0" presId="urn:microsoft.com/office/officeart/2005/8/layout/chevron2"/>
    <dgm:cxn modelId="{44FB4CE6-3A48-462B-8507-A1F45539ECFB}" type="presParOf" srcId="{E772507D-CCC7-46C0-A985-56751FA624F4}" destId="{815B151F-E028-4331-9B4A-B27F94ADC4D6}" srcOrd="1" destOrd="0" presId="urn:microsoft.com/office/officeart/2005/8/layout/chevron2"/>
    <dgm:cxn modelId="{4945E59F-4FD1-44FE-B20A-8F82FD21FB97}" type="presParOf" srcId="{E772507D-CCC7-46C0-A985-56751FA624F4}" destId="{CCB465B6-1311-43D0-BD38-11937F4AE2A4}" srcOrd="2" destOrd="0" presId="urn:microsoft.com/office/officeart/2005/8/layout/chevron2"/>
    <dgm:cxn modelId="{C1EF262F-4DBA-47D3-8B19-3F62C39E3F8D}" type="presParOf" srcId="{CCB465B6-1311-43D0-BD38-11937F4AE2A4}" destId="{F083C9B6-77EB-4094-9374-50A4C3804B14}" srcOrd="0" destOrd="0" presId="urn:microsoft.com/office/officeart/2005/8/layout/chevron2"/>
    <dgm:cxn modelId="{7ED02D3F-6589-432D-8F4F-AECED5385940}" type="presParOf" srcId="{CCB465B6-1311-43D0-BD38-11937F4AE2A4}" destId="{75A2EC88-AA67-4DD5-BF7C-482A85BE6F08}" srcOrd="1" destOrd="0" presId="urn:microsoft.com/office/officeart/2005/8/layout/chevron2"/>
    <dgm:cxn modelId="{2D65D14E-58C7-4FE2-80AA-747BC5CBECE8}" type="presParOf" srcId="{E772507D-CCC7-46C0-A985-56751FA624F4}" destId="{262AC769-E00C-4A5B-914D-AF4474FD8B13}" srcOrd="3" destOrd="0" presId="urn:microsoft.com/office/officeart/2005/8/layout/chevron2"/>
    <dgm:cxn modelId="{2512AC49-74C7-4CF1-A934-910264FA58C7}" type="presParOf" srcId="{E772507D-CCC7-46C0-A985-56751FA624F4}" destId="{CC3867E0-7C78-47FF-9A34-34D32ECA6AA0}" srcOrd="4" destOrd="0" presId="urn:microsoft.com/office/officeart/2005/8/layout/chevron2"/>
    <dgm:cxn modelId="{6A3A17A9-1C20-4F16-B206-2BCDCF10608D}" type="presParOf" srcId="{CC3867E0-7C78-47FF-9A34-34D32ECA6AA0}" destId="{F55F6D0B-5AFF-4523-AB8E-5B17F2114770}" srcOrd="0" destOrd="0" presId="urn:microsoft.com/office/officeart/2005/8/layout/chevron2"/>
    <dgm:cxn modelId="{873EC0B6-3109-4EE9-B9E8-C226F72688D7}" type="presParOf" srcId="{CC3867E0-7C78-47FF-9A34-34D32ECA6AA0}" destId="{0AB7F916-BEDC-43B0-BC8B-4D2B4242BC92}" srcOrd="1" destOrd="0" presId="urn:microsoft.com/office/officeart/2005/8/layout/chevron2"/>
    <dgm:cxn modelId="{7F0362F9-6BE6-4029-8567-66802C40F392}" type="presParOf" srcId="{E772507D-CCC7-46C0-A985-56751FA624F4}" destId="{20839568-AA55-401C-8ED9-11DD10987137}" srcOrd="5" destOrd="0" presId="urn:microsoft.com/office/officeart/2005/8/layout/chevron2"/>
    <dgm:cxn modelId="{E54C9A34-E265-4DBB-9A07-BE9ADE11AD73}" type="presParOf" srcId="{E772507D-CCC7-46C0-A985-56751FA624F4}" destId="{971B3571-1DCF-4C60-A11C-43B66C4FF249}" srcOrd="6" destOrd="0" presId="urn:microsoft.com/office/officeart/2005/8/layout/chevron2"/>
    <dgm:cxn modelId="{A393DB0D-C793-4547-A930-0E5DFE1DBAD4}" type="presParOf" srcId="{971B3571-1DCF-4C60-A11C-43B66C4FF249}" destId="{2B7ACABE-1234-4EA7-B023-C641D1A7FCE0}" srcOrd="0" destOrd="0" presId="urn:microsoft.com/office/officeart/2005/8/layout/chevron2"/>
    <dgm:cxn modelId="{B7DB31A9-ABD8-40DE-83E1-86CEF8484435}" type="presParOf" srcId="{971B3571-1DCF-4C60-A11C-43B66C4FF249}" destId="{7D2E027F-739B-486E-8BEA-1A0E32A66EB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06FAFE-2CD2-4E2E-8C71-DB3A1568D22F}" type="doc">
      <dgm:prSet loTypeId="urn:microsoft.com/office/officeart/2005/8/layout/pyramid3" loCatId="pyramid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424B4AEE-D43B-4A2E-B82E-6101C80F7FE7}" type="pres">
      <dgm:prSet presAssocID="{BB06FAFE-2CD2-4E2E-8C71-DB3A1568D22F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B26059CC-2197-4F51-86E1-83A994D735C6}" type="presOf" srcId="{BB06FAFE-2CD2-4E2E-8C71-DB3A1568D22F}" destId="{424B4AEE-D43B-4A2E-B82E-6101C80F7FE7}" srcOrd="0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06FAFE-2CD2-4E2E-8C71-DB3A1568D22F}" type="doc">
      <dgm:prSet loTypeId="urn:microsoft.com/office/officeart/2005/8/layout/pyramid3" loCatId="pyramid" qsTypeId="urn:microsoft.com/office/officeart/2005/8/quickstyle/simple1" qsCatId="simple" csTypeId="urn:microsoft.com/office/officeart/2005/8/colors/colorful5" csCatId="colorful" phldr="1"/>
      <dgm:spPr/>
    </dgm:pt>
    <dgm:pt modelId="{B9C70022-5F74-4384-BBE5-FAECEEBD21E2}">
      <dgm:prSet phldrT="[Texto]"/>
      <dgm:spPr/>
      <dgm:t>
        <a:bodyPr/>
        <a:lstStyle/>
        <a:p>
          <a:r>
            <a:rPr lang="es-ES" dirty="0"/>
            <a:t> Contexto</a:t>
          </a:r>
        </a:p>
      </dgm:t>
    </dgm:pt>
    <dgm:pt modelId="{3D0F3051-4468-406B-9C49-BAF53DFE74C1}" type="parTrans" cxnId="{BB6ABF6F-E9B3-4903-8614-4131004C8B3C}">
      <dgm:prSet/>
      <dgm:spPr/>
      <dgm:t>
        <a:bodyPr/>
        <a:lstStyle/>
        <a:p>
          <a:endParaRPr lang="es-ES"/>
        </a:p>
      </dgm:t>
    </dgm:pt>
    <dgm:pt modelId="{5E45D08B-F378-4185-BD38-D0096D17E69A}" type="sibTrans" cxnId="{BB6ABF6F-E9B3-4903-8614-4131004C8B3C}">
      <dgm:prSet/>
      <dgm:spPr/>
      <dgm:t>
        <a:bodyPr/>
        <a:lstStyle/>
        <a:p>
          <a:endParaRPr lang="es-ES"/>
        </a:p>
      </dgm:t>
    </dgm:pt>
    <dgm:pt modelId="{1229B5CE-8561-451A-8F65-790BC63D2D45}">
      <dgm:prSet phldrT="[Texto]"/>
      <dgm:spPr/>
      <dgm:t>
        <a:bodyPr/>
        <a:lstStyle/>
        <a:p>
          <a:r>
            <a:rPr lang="es-ES" dirty="0"/>
            <a:t> Objeto de Estudio</a:t>
          </a:r>
        </a:p>
      </dgm:t>
    </dgm:pt>
    <dgm:pt modelId="{ACC41BE8-B0C7-43C5-BCC8-F29B507C473D}" type="parTrans" cxnId="{554E55B0-64F0-41FD-BD45-C6184FC062C2}">
      <dgm:prSet/>
      <dgm:spPr/>
      <dgm:t>
        <a:bodyPr/>
        <a:lstStyle/>
        <a:p>
          <a:endParaRPr lang="es-ES"/>
        </a:p>
      </dgm:t>
    </dgm:pt>
    <dgm:pt modelId="{63A6BB3C-4993-4BB6-AE8B-2838E1699BC6}" type="sibTrans" cxnId="{554E55B0-64F0-41FD-BD45-C6184FC062C2}">
      <dgm:prSet/>
      <dgm:spPr/>
      <dgm:t>
        <a:bodyPr/>
        <a:lstStyle/>
        <a:p>
          <a:endParaRPr lang="es-ES"/>
        </a:p>
      </dgm:t>
    </dgm:pt>
    <dgm:pt modelId="{08348CD2-B793-45A8-8A53-BD0039E2F0FD}">
      <dgm:prSet phldrT="[Texto]"/>
      <dgm:spPr/>
      <dgm:t>
        <a:bodyPr/>
        <a:lstStyle/>
        <a:p>
          <a:r>
            <a:rPr lang="es-ES" dirty="0"/>
            <a:t> Esfuerzos Previos</a:t>
          </a:r>
        </a:p>
      </dgm:t>
    </dgm:pt>
    <dgm:pt modelId="{66B5D4B6-7A7D-4ABD-A4C2-DC38310508AD}" type="parTrans" cxnId="{32024CCB-FDF0-4E92-B1C7-E76340A9A97A}">
      <dgm:prSet/>
      <dgm:spPr/>
      <dgm:t>
        <a:bodyPr/>
        <a:lstStyle/>
        <a:p>
          <a:endParaRPr lang="es-ES"/>
        </a:p>
      </dgm:t>
    </dgm:pt>
    <dgm:pt modelId="{8DCF80F5-21F7-4314-851C-638702CFD9FD}" type="sibTrans" cxnId="{32024CCB-FDF0-4E92-B1C7-E76340A9A97A}">
      <dgm:prSet/>
      <dgm:spPr/>
      <dgm:t>
        <a:bodyPr/>
        <a:lstStyle/>
        <a:p>
          <a:endParaRPr lang="es-ES"/>
        </a:p>
      </dgm:t>
    </dgm:pt>
    <dgm:pt modelId="{E0B72E4E-4041-4840-8C9A-0D5060640A6A}">
      <dgm:prSet phldrT="[Texto]"/>
      <dgm:spPr/>
      <dgm:t>
        <a:bodyPr/>
        <a:lstStyle/>
        <a:p>
          <a:r>
            <a:rPr lang="es-ES" dirty="0"/>
            <a:t> Problema</a:t>
          </a:r>
        </a:p>
      </dgm:t>
    </dgm:pt>
    <dgm:pt modelId="{DD9A9D6D-E9A6-4E42-8742-5D3661651CC2}" type="parTrans" cxnId="{88B61832-7598-43C8-8762-8162C804756A}">
      <dgm:prSet/>
      <dgm:spPr/>
      <dgm:t>
        <a:bodyPr/>
        <a:lstStyle/>
        <a:p>
          <a:endParaRPr lang="es-ES"/>
        </a:p>
      </dgm:t>
    </dgm:pt>
    <dgm:pt modelId="{6CA47897-43E7-414C-BE6A-29DAB2A7637A}" type="sibTrans" cxnId="{88B61832-7598-43C8-8762-8162C804756A}">
      <dgm:prSet/>
      <dgm:spPr/>
      <dgm:t>
        <a:bodyPr/>
        <a:lstStyle/>
        <a:p>
          <a:endParaRPr lang="es-ES"/>
        </a:p>
      </dgm:t>
    </dgm:pt>
    <dgm:pt modelId="{F09AD6A0-4EC9-45C9-9623-BCB5D9564F7F}">
      <dgm:prSet phldrT="[Texto]"/>
      <dgm:spPr/>
      <dgm:t>
        <a:bodyPr/>
        <a:lstStyle/>
        <a:p>
          <a:r>
            <a:rPr lang="es-ES" dirty="0"/>
            <a:t>Organización</a:t>
          </a:r>
        </a:p>
      </dgm:t>
    </dgm:pt>
    <dgm:pt modelId="{1A60EC01-8C61-40C1-AE39-956CA718FD2A}" type="parTrans" cxnId="{C56DBCF3-92B7-4611-A998-A9B056E14BED}">
      <dgm:prSet/>
      <dgm:spPr/>
      <dgm:t>
        <a:bodyPr/>
        <a:lstStyle/>
        <a:p>
          <a:endParaRPr lang="es-ES"/>
        </a:p>
      </dgm:t>
    </dgm:pt>
    <dgm:pt modelId="{4BB0C21B-28EF-44F6-B878-91901E3064B8}" type="sibTrans" cxnId="{C56DBCF3-92B7-4611-A998-A9B056E14BED}">
      <dgm:prSet/>
      <dgm:spPr/>
      <dgm:t>
        <a:bodyPr/>
        <a:lstStyle/>
        <a:p>
          <a:endParaRPr lang="es-ES"/>
        </a:p>
      </dgm:t>
    </dgm:pt>
    <dgm:pt modelId="{424B4AEE-D43B-4A2E-B82E-6101C80F7FE7}" type="pres">
      <dgm:prSet presAssocID="{BB06FAFE-2CD2-4E2E-8C71-DB3A1568D22F}" presName="Name0" presStyleCnt="0">
        <dgm:presLayoutVars>
          <dgm:dir/>
          <dgm:animLvl val="lvl"/>
          <dgm:resizeHandles val="exact"/>
        </dgm:presLayoutVars>
      </dgm:prSet>
      <dgm:spPr/>
    </dgm:pt>
    <dgm:pt modelId="{1EA8D3F9-5FFC-4BC9-89A8-C8CE731C7376}" type="pres">
      <dgm:prSet presAssocID="{B9C70022-5F74-4384-BBE5-FAECEEBD21E2}" presName="Name8" presStyleCnt="0"/>
      <dgm:spPr/>
    </dgm:pt>
    <dgm:pt modelId="{7CFD139D-9F7F-423C-AE6D-3EE1C6824A65}" type="pres">
      <dgm:prSet presAssocID="{B9C70022-5F74-4384-BBE5-FAECEEBD21E2}" presName="level" presStyleLbl="node1" presStyleIdx="0" presStyleCnt="5">
        <dgm:presLayoutVars>
          <dgm:chMax val="1"/>
          <dgm:bulletEnabled val="1"/>
        </dgm:presLayoutVars>
      </dgm:prSet>
      <dgm:spPr/>
    </dgm:pt>
    <dgm:pt modelId="{2E458A01-8870-48AA-9B76-2876A10ACCEF}" type="pres">
      <dgm:prSet presAssocID="{B9C70022-5F74-4384-BBE5-FAECEEBD21E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C499783-57A8-4D5A-9156-6EB24749F843}" type="pres">
      <dgm:prSet presAssocID="{1229B5CE-8561-451A-8F65-790BC63D2D45}" presName="Name8" presStyleCnt="0"/>
      <dgm:spPr/>
    </dgm:pt>
    <dgm:pt modelId="{D984E5E8-1085-405B-A2BA-5F6AAD0E1724}" type="pres">
      <dgm:prSet presAssocID="{1229B5CE-8561-451A-8F65-790BC63D2D45}" presName="level" presStyleLbl="node1" presStyleIdx="1" presStyleCnt="5">
        <dgm:presLayoutVars>
          <dgm:chMax val="1"/>
          <dgm:bulletEnabled val="1"/>
        </dgm:presLayoutVars>
      </dgm:prSet>
      <dgm:spPr/>
    </dgm:pt>
    <dgm:pt modelId="{F4EF1589-B186-4F82-90F1-1181920C9B90}" type="pres">
      <dgm:prSet presAssocID="{1229B5CE-8561-451A-8F65-790BC63D2D4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5C3B255-5332-4FD7-9508-85A7154FC541}" type="pres">
      <dgm:prSet presAssocID="{08348CD2-B793-45A8-8A53-BD0039E2F0FD}" presName="Name8" presStyleCnt="0"/>
      <dgm:spPr/>
    </dgm:pt>
    <dgm:pt modelId="{7F09EF59-1E5E-439D-860A-625AC8D6CB87}" type="pres">
      <dgm:prSet presAssocID="{08348CD2-B793-45A8-8A53-BD0039E2F0FD}" presName="level" presStyleLbl="node1" presStyleIdx="2" presStyleCnt="5">
        <dgm:presLayoutVars>
          <dgm:chMax val="1"/>
          <dgm:bulletEnabled val="1"/>
        </dgm:presLayoutVars>
      </dgm:prSet>
      <dgm:spPr/>
    </dgm:pt>
    <dgm:pt modelId="{60127724-E458-42B3-9BD2-523ED20590B7}" type="pres">
      <dgm:prSet presAssocID="{08348CD2-B793-45A8-8A53-BD0039E2F0F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15C8E8C-C5A4-4CC7-AC7E-96798E435199}" type="pres">
      <dgm:prSet presAssocID="{E0B72E4E-4041-4840-8C9A-0D5060640A6A}" presName="Name8" presStyleCnt="0"/>
      <dgm:spPr/>
    </dgm:pt>
    <dgm:pt modelId="{A462A30D-FE4D-43B5-BEBE-D22F08713950}" type="pres">
      <dgm:prSet presAssocID="{E0B72E4E-4041-4840-8C9A-0D5060640A6A}" presName="level" presStyleLbl="node1" presStyleIdx="3" presStyleCnt="5">
        <dgm:presLayoutVars>
          <dgm:chMax val="1"/>
          <dgm:bulletEnabled val="1"/>
        </dgm:presLayoutVars>
      </dgm:prSet>
      <dgm:spPr/>
    </dgm:pt>
    <dgm:pt modelId="{986739FD-F9D9-4B84-AB5D-42E3CAE9A60D}" type="pres">
      <dgm:prSet presAssocID="{E0B72E4E-4041-4840-8C9A-0D5060640A6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B048842-8D5F-4C4A-8A5B-437A2BF271F1}" type="pres">
      <dgm:prSet presAssocID="{F09AD6A0-4EC9-45C9-9623-BCB5D9564F7F}" presName="Name8" presStyleCnt="0"/>
      <dgm:spPr/>
    </dgm:pt>
    <dgm:pt modelId="{2AE56CD3-F66F-429A-8322-F4FE1AFCAB37}" type="pres">
      <dgm:prSet presAssocID="{F09AD6A0-4EC9-45C9-9623-BCB5D9564F7F}" presName="level" presStyleLbl="node1" presStyleIdx="4" presStyleCnt="5">
        <dgm:presLayoutVars>
          <dgm:chMax val="1"/>
          <dgm:bulletEnabled val="1"/>
        </dgm:presLayoutVars>
      </dgm:prSet>
      <dgm:spPr/>
    </dgm:pt>
    <dgm:pt modelId="{BE9780AC-9071-446D-931A-9A47130D0E9A}" type="pres">
      <dgm:prSet presAssocID="{F09AD6A0-4EC9-45C9-9623-BCB5D9564F7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8CBAA91F-79A8-49ED-B2B5-6D7A89ED30DA}" type="presOf" srcId="{08348CD2-B793-45A8-8A53-BD0039E2F0FD}" destId="{60127724-E458-42B3-9BD2-523ED20590B7}" srcOrd="1" destOrd="0" presId="urn:microsoft.com/office/officeart/2005/8/layout/pyramid3"/>
    <dgm:cxn modelId="{88B61832-7598-43C8-8762-8162C804756A}" srcId="{BB06FAFE-2CD2-4E2E-8C71-DB3A1568D22F}" destId="{E0B72E4E-4041-4840-8C9A-0D5060640A6A}" srcOrd="3" destOrd="0" parTransId="{DD9A9D6D-E9A6-4E42-8742-5D3661651CC2}" sibTransId="{6CA47897-43E7-414C-BE6A-29DAB2A7637A}"/>
    <dgm:cxn modelId="{45123967-A4C3-40CC-AFD3-3936AABE8560}" type="presOf" srcId="{E0B72E4E-4041-4840-8C9A-0D5060640A6A}" destId="{A462A30D-FE4D-43B5-BEBE-D22F08713950}" srcOrd="0" destOrd="0" presId="urn:microsoft.com/office/officeart/2005/8/layout/pyramid3"/>
    <dgm:cxn modelId="{BB6ABF6F-E9B3-4903-8614-4131004C8B3C}" srcId="{BB06FAFE-2CD2-4E2E-8C71-DB3A1568D22F}" destId="{B9C70022-5F74-4384-BBE5-FAECEEBD21E2}" srcOrd="0" destOrd="0" parTransId="{3D0F3051-4468-406B-9C49-BAF53DFE74C1}" sibTransId="{5E45D08B-F378-4185-BD38-D0096D17E69A}"/>
    <dgm:cxn modelId="{36C2A070-1792-4127-A198-FF1CBEB947E0}" type="presOf" srcId="{B9C70022-5F74-4384-BBE5-FAECEEBD21E2}" destId="{7CFD139D-9F7F-423C-AE6D-3EE1C6824A65}" srcOrd="0" destOrd="0" presId="urn:microsoft.com/office/officeart/2005/8/layout/pyramid3"/>
    <dgm:cxn modelId="{EDF2B57E-9986-45DE-AA44-5B939E4E7646}" type="presOf" srcId="{F09AD6A0-4EC9-45C9-9623-BCB5D9564F7F}" destId="{2AE56CD3-F66F-429A-8322-F4FE1AFCAB37}" srcOrd="0" destOrd="0" presId="urn:microsoft.com/office/officeart/2005/8/layout/pyramid3"/>
    <dgm:cxn modelId="{2B2B0B9E-1FD7-4809-9CBC-2A563CA1FE9A}" type="presOf" srcId="{E0B72E4E-4041-4840-8C9A-0D5060640A6A}" destId="{986739FD-F9D9-4B84-AB5D-42E3CAE9A60D}" srcOrd="1" destOrd="0" presId="urn:microsoft.com/office/officeart/2005/8/layout/pyramid3"/>
    <dgm:cxn modelId="{951F00A8-DC48-42FB-8E38-899156C301B2}" type="presOf" srcId="{1229B5CE-8561-451A-8F65-790BC63D2D45}" destId="{F4EF1589-B186-4F82-90F1-1181920C9B90}" srcOrd="1" destOrd="0" presId="urn:microsoft.com/office/officeart/2005/8/layout/pyramid3"/>
    <dgm:cxn modelId="{554E55B0-64F0-41FD-BD45-C6184FC062C2}" srcId="{BB06FAFE-2CD2-4E2E-8C71-DB3A1568D22F}" destId="{1229B5CE-8561-451A-8F65-790BC63D2D45}" srcOrd="1" destOrd="0" parTransId="{ACC41BE8-B0C7-43C5-BCC8-F29B507C473D}" sibTransId="{63A6BB3C-4993-4BB6-AE8B-2838E1699BC6}"/>
    <dgm:cxn modelId="{32024CCB-FDF0-4E92-B1C7-E76340A9A97A}" srcId="{BB06FAFE-2CD2-4E2E-8C71-DB3A1568D22F}" destId="{08348CD2-B793-45A8-8A53-BD0039E2F0FD}" srcOrd="2" destOrd="0" parTransId="{66B5D4B6-7A7D-4ABD-A4C2-DC38310508AD}" sibTransId="{8DCF80F5-21F7-4314-851C-638702CFD9FD}"/>
    <dgm:cxn modelId="{B26059CC-2197-4F51-86E1-83A994D735C6}" type="presOf" srcId="{BB06FAFE-2CD2-4E2E-8C71-DB3A1568D22F}" destId="{424B4AEE-D43B-4A2E-B82E-6101C80F7FE7}" srcOrd="0" destOrd="0" presId="urn:microsoft.com/office/officeart/2005/8/layout/pyramid3"/>
    <dgm:cxn modelId="{D7DAAAD8-1250-4E5E-A1FB-01323659887D}" type="presOf" srcId="{1229B5CE-8561-451A-8F65-790BC63D2D45}" destId="{D984E5E8-1085-405B-A2BA-5F6AAD0E1724}" srcOrd="0" destOrd="0" presId="urn:microsoft.com/office/officeart/2005/8/layout/pyramid3"/>
    <dgm:cxn modelId="{A74A63E1-18C8-48E8-B014-00F27E505639}" type="presOf" srcId="{B9C70022-5F74-4384-BBE5-FAECEEBD21E2}" destId="{2E458A01-8870-48AA-9B76-2876A10ACCEF}" srcOrd="1" destOrd="0" presId="urn:microsoft.com/office/officeart/2005/8/layout/pyramid3"/>
    <dgm:cxn modelId="{C56DBCF3-92B7-4611-A998-A9B056E14BED}" srcId="{BB06FAFE-2CD2-4E2E-8C71-DB3A1568D22F}" destId="{F09AD6A0-4EC9-45C9-9623-BCB5D9564F7F}" srcOrd="4" destOrd="0" parTransId="{1A60EC01-8C61-40C1-AE39-956CA718FD2A}" sibTransId="{4BB0C21B-28EF-44F6-B878-91901E3064B8}"/>
    <dgm:cxn modelId="{CCCAEEF8-A38C-4B03-A559-716744C41B8A}" type="presOf" srcId="{F09AD6A0-4EC9-45C9-9623-BCB5D9564F7F}" destId="{BE9780AC-9071-446D-931A-9A47130D0E9A}" srcOrd="1" destOrd="0" presId="urn:microsoft.com/office/officeart/2005/8/layout/pyramid3"/>
    <dgm:cxn modelId="{E356ACFA-9AA0-4BA5-97C7-D8E4E37B24FE}" type="presOf" srcId="{08348CD2-B793-45A8-8A53-BD0039E2F0FD}" destId="{7F09EF59-1E5E-439D-860A-625AC8D6CB87}" srcOrd="0" destOrd="0" presId="urn:microsoft.com/office/officeart/2005/8/layout/pyramid3"/>
    <dgm:cxn modelId="{BD8B2E59-3FAD-4C84-964E-EE637F67AA17}" type="presParOf" srcId="{424B4AEE-D43B-4A2E-B82E-6101C80F7FE7}" destId="{1EA8D3F9-5FFC-4BC9-89A8-C8CE731C7376}" srcOrd="0" destOrd="0" presId="urn:microsoft.com/office/officeart/2005/8/layout/pyramid3"/>
    <dgm:cxn modelId="{B6500BB6-1913-4EC8-883C-8692339EED88}" type="presParOf" srcId="{1EA8D3F9-5FFC-4BC9-89A8-C8CE731C7376}" destId="{7CFD139D-9F7F-423C-AE6D-3EE1C6824A65}" srcOrd="0" destOrd="0" presId="urn:microsoft.com/office/officeart/2005/8/layout/pyramid3"/>
    <dgm:cxn modelId="{0B103155-C853-44EA-9B8E-558413BBC68E}" type="presParOf" srcId="{1EA8D3F9-5FFC-4BC9-89A8-C8CE731C7376}" destId="{2E458A01-8870-48AA-9B76-2876A10ACCEF}" srcOrd="1" destOrd="0" presId="urn:microsoft.com/office/officeart/2005/8/layout/pyramid3"/>
    <dgm:cxn modelId="{B7FD9D3D-2C61-4C15-ABEE-58A976895930}" type="presParOf" srcId="{424B4AEE-D43B-4A2E-B82E-6101C80F7FE7}" destId="{CC499783-57A8-4D5A-9156-6EB24749F843}" srcOrd="1" destOrd="0" presId="urn:microsoft.com/office/officeart/2005/8/layout/pyramid3"/>
    <dgm:cxn modelId="{1F847771-AFC0-48B4-BBF0-972E0BA8CD60}" type="presParOf" srcId="{CC499783-57A8-4D5A-9156-6EB24749F843}" destId="{D984E5E8-1085-405B-A2BA-5F6AAD0E1724}" srcOrd="0" destOrd="0" presId="urn:microsoft.com/office/officeart/2005/8/layout/pyramid3"/>
    <dgm:cxn modelId="{544EC8D5-B4FC-4C64-8147-F2FEDC8EF0DB}" type="presParOf" srcId="{CC499783-57A8-4D5A-9156-6EB24749F843}" destId="{F4EF1589-B186-4F82-90F1-1181920C9B90}" srcOrd="1" destOrd="0" presId="urn:microsoft.com/office/officeart/2005/8/layout/pyramid3"/>
    <dgm:cxn modelId="{5AB775A9-DA9E-43EF-A047-66A952F95CE9}" type="presParOf" srcId="{424B4AEE-D43B-4A2E-B82E-6101C80F7FE7}" destId="{F5C3B255-5332-4FD7-9508-85A7154FC541}" srcOrd="2" destOrd="0" presId="urn:microsoft.com/office/officeart/2005/8/layout/pyramid3"/>
    <dgm:cxn modelId="{20F7151A-5E77-4399-975C-8C5EAA1176D8}" type="presParOf" srcId="{F5C3B255-5332-4FD7-9508-85A7154FC541}" destId="{7F09EF59-1E5E-439D-860A-625AC8D6CB87}" srcOrd="0" destOrd="0" presId="urn:microsoft.com/office/officeart/2005/8/layout/pyramid3"/>
    <dgm:cxn modelId="{565ECC1A-1F96-45A6-B8C9-95FBB8AC58D2}" type="presParOf" srcId="{F5C3B255-5332-4FD7-9508-85A7154FC541}" destId="{60127724-E458-42B3-9BD2-523ED20590B7}" srcOrd="1" destOrd="0" presId="urn:microsoft.com/office/officeart/2005/8/layout/pyramid3"/>
    <dgm:cxn modelId="{37CFF177-AE28-4E01-B7E4-49638009EEA8}" type="presParOf" srcId="{424B4AEE-D43B-4A2E-B82E-6101C80F7FE7}" destId="{A15C8E8C-C5A4-4CC7-AC7E-96798E435199}" srcOrd="3" destOrd="0" presId="urn:microsoft.com/office/officeart/2005/8/layout/pyramid3"/>
    <dgm:cxn modelId="{336E0C1C-54D6-463C-876F-EF92A384EECF}" type="presParOf" srcId="{A15C8E8C-C5A4-4CC7-AC7E-96798E435199}" destId="{A462A30D-FE4D-43B5-BEBE-D22F08713950}" srcOrd="0" destOrd="0" presId="urn:microsoft.com/office/officeart/2005/8/layout/pyramid3"/>
    <dgm:cxn modelId="{9DA9EC8F-DF83-48D5-9980-A30C0CD92645}" type="presParOf" srcId="{A15C8E8C-C5A4-4CC7-AC7E-96798E435199}" destId="{986739FD-F9D9-4B84-AB5D-42E3CAE9A60D}" srcOrd="1" destOrd="0" presId="urn:microsoft.com/office/officeart/2005/8/layout/pyramid3"/>
    <dgm:cxn modelId="{6ECC9E15-3C5A-4073-AA8A-83346FD0F8EF}" type="presParOf" srcId="{424B4AEE-D43B-4A2E-B82E-6101C80F7FE7}" destId="{4B048842-8D5F-4C4A-8A5B-437A2BF271F1}" srcOrd="4" destOrd="0" presId="urn:microsoft.com/office/officeart/2005/8/layout/pyramid3"/>
    <dgm:cxn modelId="{27FB2B77-5CEE-4C7E-A0F9-826ADE362C29}" type="presParOf" srcId="{4B048842-8D5F-4C4A-8A5B-437A2BF271F1}" destId="{2AE56CD3-F66F-429A-8322-F4FE1AFCAB37}" srcOrd="0" destOrd="0" presId="urn:microsoft.com/office/officeart/2005/8/layout/pyramid3"/>
    <dgm:cxn modelId="{AC028A19-25C6-4523-A018-301998353650}" type="presParOf" srcId="{4B048842-8D5F-4C4A-8A5B-437A2BF271F1}" destId="{BE9780AC-9071-446D-931A-9A47130D0E9A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BBAC07-9250-48CC-9D55-6C3096753B1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22009E6-069D-4435-AB2C-298CC5995974}">
      <dgm:prSet phldrT="[Texto]" custT="1"/>
      <dgm:spPr/>
      <dgm:t>
        <a:bodyPr/>
        <a:lstStyle/>
        <a:p>
          <a:r>
            <a:rPr lang="es-ES" sz="2800" dirty="0"/>
            <a:t>Contexto</a:t>
          </a:r>
          <a:endParaRPr lang="es-ES" sz="2400" dirty="0"/>
        </a:p>
      </dgm:t>
    </dgm:pt>
    <dgm:pt modelId="{116EB302-4B1B-4E0C-AFC0-45BC2F25ECF4}" type="parTrans" cxnId="{4CA31A87-8D8F-48E1-8763-2DECD2D46570}">
      <dgm:prSet/>
      <dgm:spPr/>
      <dgm:t>
        <a:bodyPr/>
        <a:lstStyle/>
        <a:p>
          <a:endParaRPr lang="es-ES" sz="2400"/>
        </a:p>
      </dgm:t>
    </dgm:pt>
    <dgm:pt modelId="{7A912ED5-E5E2-4BB4-AA96-5984B6A51219}" type="sibTrans" cxnId="{4CA31A87-8D8F-48E1-8763-2DECD2D46570}">
      <dgm:prSet/>
      <dgm:spPr/>
      <dgm:t>
        <a:bodyPr/>
        <a:lstStyle/>
        <a:p>
          <a:endParaRPr lang="es-ES" sz="2400"/>
        </a:p>
      </dgm:t>
    </dgm:pt>
    <dgm:pt modelId="{304CAB7D-FFC8-438A-B10C-3E2D569485E0}">
      <dgm:prSet phldrT="[Texto]" custT="1"/>
      <dgm:spPr/>
      <dgm:t>
        <a:bodyPr/>
        <a:lstStyle/>
        <a:p>
          <a:r>
            <a:rPr lang="es-ES" sz="2800" dirty="0"/>
            <a:t>Estudios Previos</a:t>
          </a:r>
        </a:p>
      </dgm:t>
    </dgm:pt>
    <dgm:pt modelId="{70E1A0A5-85C3-4920-8CE1-833BA06DC495}" type="parTrans" cxnId="{D932C134-3A56-4096-BF08-DA609F20FA05}">
      <dgm:prSet/>
      <dgm:spPr/>
      <dgm:t>
        <a:bodyPr/>
        <a:lstStyle/>
        <a:p>
          <a:endParaRPr lang="es-ES" sz="2400"/>
        </a:p>
      </dgm:t>
    </dgm:pt>
    <dgm:pt modelId="{67589E4B-4099-4315-9006-B6AC52F843A8}" type="sibTrans" cxnId="{D932C134-3A56-4096-BF08-DA609F20FA05}">
      <dgm:prSet/>
      <dgm:spPr/>
      <dgm:t>
        <a:bodyPr/>
        <a:lstStyle/>
        <a:p>
          <a:endParaRPr lang="es-ES" sz="2400"/>
        </a:p>
      </dgm:t>
    </dgm:pt>
    <dgm:pt modelId="{5B11A31A-BD2D-4528-A58F-A714CE01A288}">
      <dgm:prSet phldrT="[Texto]" custT="1"/>
      <dgm:spPr/>
      <dgm:t>
        <a:bodyPr/>
        <a:lstStyle/>
        <a:p>
          <a:r>
            <a:rPr lang="es-PE" sz="2400" dirty="0"/>
            <a:t>Describir aspectos del contexto o escenario que puedan haber cambiado y que influyan sobre el problema.</a:t>
          </a:r>
          <a:endParaRPr lang="es-ES" sz="2400" dirty="0"/>
        </a:p>
      </dgm:t>
    </dgm:pt>
    <dgm:pt modelId="{18CB1473-9070-4797-B611-451690A33216}" type="parTrans" cxnId="{83A25F2D-5492-4F55-869F-2CF6CDDD70EC}">
      <dgm:prSet/>
      <dgm:spPr/>
      <dgm:t>
        <a:bodyPr/>
        <a:lstStyle/>
        <a:p>
          <a:endParaRPr lang="es-ES" sz="2400"/>
        </a:p>
      </dgm:t>
    </dgm:pt>
    <dgm:pt modelId="{A7B7906B-4693-4667-ABC9-27613B8BE029}" type="sibTrans" cxnId="{83A25F2D-5492-4F55-869F-2CF6CDDD70EC}">
      <dgm:prSet/>
      <dgm:spPr/>
      <dgm:t>
        <a:bodyPr/>
        <a:lstStyle/>
        <a:p>
          <a:endParaRPr lang="es-ES" sz="2400"/>
        </a:p>
      </dgm:t>
    </dgm:pt>
    <dgm:pt modelId="{9BA7C96F-E7F2-4179-893B-738DF8414C8E}">
      <dgm:prSet phldrT="[Texto]" custT="1"/>
      <dgm:spPr/>
      <dgm:t>
        <a:bodyPr/>
        <a:lstStyle/>
        <a:p>
          <a:r>
            <a:rPr lang="es-PE" sz="2400" dirty="0"/>
            <a:t>Describir esfuerzos y estudios previos para resolver el problema de estudio.</a:t>
          </a:r>
          <a:endParaRPr lang="es-ES" sz="2400" dirty="0"/>
        </a:p>
      </dgm:t>
    </dgm:pt>
    <dgm:pt modelId="{3A905245-2030-4740-9219-9E9BF2CD829D}" type="parTrans" cxnId="{10EDC1F0-2219-4546-AD04-A6F8DEB5F82F}">
      <dgm:prSet/>
      <dgm:spPr/>
      <dgm:t>
        <a:bodyPr/>
        <a:lstStyle/>
        <a:p>
          <a:endParaRPr lang="es-ES" sz="2400"/>
        </a:p>
      </dgm:t>
    </dgm:pt>
    <dgm:pt modelId="{AA06FC75-4B7F-4B19-8BAB-F4FEAE31D2DC}" type="sibTrans" cxnId="{10EDC1F0-2219-4546-AD04-A6F8DEB5F82F}">
      <dgm:prSet/>
      <dgm:spPr/>
      <dgm:t>
        <a:bodyPr/>
        <a:lstStyle/>
        <a:p>
          <a:endParaRPr lang="es-ES" sz="2400"/>
        </a:p>
      </dgm:t>
    </dgm:pt>
    <dgm:pt modelId="{D8EB7EAD-B429-4973-83A8-527BCA63D6B5}" type="pres">
      <dgm:prSet presAssocID="{38BBAC07-9250-48CC-9D55-6C3096753B10}" presName="linear" presStyleCnt="0">
        <dgm:presLayoutVars>
          <dgm:dir/>
          <dgm:animLvl val="lvl"/>
          <dgm:resizeHandles val="exact"/>
        </dgm:presLayoutVars>
      </dgm:prSet>
      <dgm:spPr/>
    </dgm:pt>
    <dgm:pt modelId="{60074883-03A2-408E-931D-B1DB953CC851}" type="pres">
      <dgm:prSet presAssocID="{D22009E6-069D-4435-AB2C-298CC5995974}" presName="parentLin" presStyleCnt="0"/>
      <dgm:spPr/>
    </dgm:pt>
    <dgm:pt modelId="{80904CCA-150A-475C-8B7C-E6CC27C919CA}" type="pres">
      <dgm:prSet presAssocID="{D22009E6-069D-4435-AB2C-298CC5995974}" presName="parentLeftMargin" presStyleLbl="node1" presStyleIdx="0" presStyleCnt="2"/>
      <dgm:spPr/>
    </dgm:pt>
    <dgm:pt modelId="{CFC1E914-DBEF-4942-A157-1061D98052EA}" type="pres">
      <dgm:prSet presAssocID="{D22009E6-069D-4435-AB2C-298CC599597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36C738-885E-41C0-A15D-A3B6171C5F2B}" type="pres">
      <dgm:prSet presAssocID="{D22009E6-069D-4435-AB2C-298CC5995974}" presName="negativeSpace" presStyleCnt="0"/>
      <dgm:spPr/>
    </dgm:pt>
    <dgm:pt modelId="{0437EA63-CAA1-4EBB-B1BA-4760BFA5EC2F}" type="pres">
      <dgm:prSet presAssocID="{D22009E6-069D-4435-AB2C-298CC5995974}" presName="childText" presStyleLbl="conFgAcc1" presStyleIdx="0" presStyleCnt="2">
        <dgm:presLayoutVars>
          <dgm:bulletEnabled val="1"/>
        </dgm:presLayoutVars>
      </dgm:prSet>
      <dgm:spPr/>
    </dgm:pt>
    <dgm:pt modelId="{ECD63987-2327-40D9-8F55-129D76E7BE5A}" type="pres">
      <dgm:prSet presAssocID="{7A912ED5-E5E2-4BB4-AA96-5984B6A51219}" presName="spaceBetweenRectangles" presStyleCnt="0"/>
      <dgm:spPr/>
    </dgm:pt>
    <dgm:pt modelId="{FFA0CC0C-ACCE-482A-8A24-2976420C49A3}" type="pres">
      <dgm:prSet presAssocID="{304CAB7D-FFC8-438A-B10C-3E2D569485E0}" presName="parentLin" presStyleCnt="0"/>
      <dgm:spPr/>
    </dgm:pt>
    <dgm:pt modelId="{F8764320-EAFF-4FAA-91C4-DDE4BC3AE71C}" type="pres">
      <dgm:prSet presAssocID="{304CAB7D-FFC8-438A-B10C-3E2D569485E0}" presName="parentLeftMargin" presStyleLbl="node1" presStyleIdx="0" presStyleCnt="2"/>
      <dgm:spPr/>
    </dgm:pt>
    <dgm:pt modelId="{B821B25B-1421-4AE0-B666-B579218F021C}" type="pres">
      <dgm:prSet presAssocID="{304CAB7D-FFC8-438A-B10C-3E2D569485E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57162D-197D-4A3C-AB3A-523356248350}" type="pres">
      <dgm:prSet presAssocID="{304CAB7D-FFC8-438A-B10C-3E2D569485E0}" presName="negativeSpace" presStyleCnt="0"/>
      <dgm:spPr/>
    </dgm:pt>
    <dgm:pt modelId="{5FB2280B-15F4-4E07-A189-D3C9CBF7BADA}" type="pres">
      <dgm:prSet presAssocID="{304CAB7D-FFC8-438A-B10C-3E2D569485E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3A25F2D-5492-4F55-869F-2CF6CDDD70EC}" srcId="{D22009E6-069D-4435-AB2C-298CC5995974}" destId="{5B11A31A-BD2D-4528-A58F-A714CE01A288}" srcOrd="0" destOrd="0" parTransId="{18CB1473-9070-4797-B611-451690A33216}" sibTransId="{A7B7906B-4693-4667-ABC9-27613B8BE029}"/>
    <dgm:cxn modelId="{D932C134-3A56-4096-BF08-DA609F20FA05}" srcId="{38BBAC07-9250-48CC-9D55-6C3096753B10}" destId="{304CAB7D-FFC8-438A-B10C-3E2D569485E0}" srcOrd="1" destOrd="0" parTransId="{70E1A0A5-85C3-4920-8CE1-833BA06DC495}" sibTransId="{67589E4B-4099-4315-9006-B6AC52F843A8}"/>
    <dgm:cxn modelId="{70F9634B-5CFD-4E5E-981E-FB0FEE1DE5C1}" type="presOf" srcId="{304CAB7D-FFC8-438A-B10C-3E2D569485E0}" destId="{F8764320-EAFF-4FAA-91C4-DDE4BC3AE71C}" srcOrd="0" destOrd="0" presId="urn:microsoft.com/office/officeart/2005/8/layout/list1"/>
    <dgm:cxn modelId="{29F85A4E-3986-44CD-A728-4B53AD5C0B2F}" type="presOf" srcId="{D22009E6-069D-4435-AB2C-298CC5995974}" destId="{CFC1E914-DBEF-4942-A157-1061D98052EA}" srcOrd="1" destOrd="0" presId="urn:microsoft.com/office/officeart/2005/8/layout/list1"/>
    <dgm:cxn modelId="{287AF785-CC4C-43B7-BE06-1AA64DEC3896}" type="presOf" srcId="{9BA7C96F-E7F2-4179-893B-738DF8414C8E}" destId="{5FB2280B-15F4-4E07-A189-D3C9CBF7BADA}" srcOrd="0" destOrd="0" presId="urn:microsoft.com/office/officeart/2005/8/layout/list1"/>
    <dgm:cxn modelId="{4CA31A87-8D8F-48E1-8763-2DECD2D46570}" srcId="{38BBAC07-9250-48CC-9D55-6C3096753B10}" destId="{D22009E6-069D-4435-AB2C-298CC5995974}" srcOrd="0" destOrd="0" parTransId="{116EB302-4B1B-4E0C-AFC0-45BC2F25ECF4}" sibTransId="{7A912ED5-E5E2-4BB4-AA96-5984B6A51219}"/>
    <dgm:cxn modelId="{D7A19C96-C087-44C6-822A-367947A46876}" type="presOf" srcId="{304CAB7D-FFC8-438A-B10C-3E2D569485E0}" destId="{B821B25B-1421-4AE0-B666-B579218F021C}" srcOrd="1" destOrd="0" presId="urn:microsoft.com/office/officeart/2005/8/layout/list1"/>
    <dgm:cxn modelId="{EC4373A9-5BBF-49C8-9F12-22F55C129F0A}" type="presOf" srcId="{5B11A31A-BD2D-4528-A58F-A714CE01A288}" destId="{0437EA63-CAA1-4EBB-B1BA-4760BFA5EC2F}" srcOrd="0" destOrd="0" presId="urn:microsoft.com/office/officeart/2005/8/layout/list1"/>
    <dgm:cxn modelId="{C3FC14C5-F673-4AF1-A49F-8D8A6DBD0B67}" type="presOf" srcId="{D22009E6-069D-4435-AB2C-298CC5995974}" destId="{80904CCA-150A-475C-8B7C-E6CC27C919CA}" srcOrd="0" destOrd="0" presId="urn:microsoft.com/office/officeart/2005/8/layout/list1"/>
    <dgm:cxn modelId="{8FD91CD2-6272-4E8D-A1B4-1B3B86F23DDD}" type="presOf" srcId="{38BBAC07-9250-48CC-9D55-6C3096753B10}" destId="{D8EB7EAD-B429-4973-83A8-527BCA63D6B5}" srcOrd="0" destOrd="0" presId="urn:microsoft.com/office/officeart/2005/8/layout/list1"/>
    <dgm:cxn modelId="{10EDC1F0-2219-4546-AD04-A6F8DEB5F82F}" srcId="{304CAB7D-FFC8-438A-B10C-3E2D569485E0}" destId="{9BA7C96F-E7F2-4179-893B-738DF8414C8E}" srcOrd="0" destOrd="0" parTransId="{3A905245-2030-4740-9219-9E9BF2CD829D}" sibTransId="{AA06FC75-4B7F-4B19-8BAB-F4FEAE31D2DC}"/>
    <dgm:cxn modelId="{D08227F7-6CAD-40FD-A6AE-3D4EC3E6EC68}" type="presParOf" srcId="{D8EB7EAD-B429-4973-83A8-527BCA63D6B5}" destId="{60074883-03A2-408E-931D-B1DB953CC851}" srcOrd="0" destOrd="0" presId="urn:microsoft.com/office/officeart/2005/8/layout/list1"/>
    <dgm:cxn modelId="{1B72B7AC-E957-444F-A23A-6DD46A805D7F}" type="presParOf" srcId="{60074883-03A2-408E-931D-B1DB953CC851}" destId="{80904CCA-150A-475C-8B7C-E6CC27C919CA}" srcOrd="0" destOrd="0" presId="urn:microsoft.com/office/officeart/2005/8/layout/list1"/>
    <dgm:cxn modelId="{4875D935-C6D8-4407-9822-653E7EA5058C}" type="presParOf" srcId="{60074883-03A2-408E-931D-B1DB953CC851}" destId="{CFC1E914-DBEF-4942-A157-1061D98052EA}" srcOrd="1" destOrd="0" presId="urn:microsoft.com/office/officeart/2005/8/layout/list1"/>
    <dgm:cxn modelId="{8AE40F21-27CA-4D0F-B473-D82BF9879B14}" type="presParOf" srcId="{D8EB7EAD-B429-4973-83A8-527BCA63D6B5}" destId="{BD36C738-885E-41C0-A15D-A3B6171C5F2B}" srcOrd="1" destOrd="0" presId="urn:microsoft.com/office/officeart/2005/8/layout/list1"/>
    <dgm:cxn modelId="{133A692F-41BC-431A-B280-FA895C57F07A}" type="presParOf" srcId="{D8EB7EAD-B429-4973-83A8-527BCA63D6B5}" destId="{0437EA63-CAA1-4EBB-B1BA-4760BFA5EC2F}" srcOrd="2" destOrd="0" presId="urn:microsoft.com/office/officeart/2005/8/layout/list1"/>
    <dgm:cxn modelId="{99D5FA17-5588-4676-949A-006DC6AEDDC6}" type="presParOf" srcId="{D8EB7EAD-B429-4973-83A8-527BCA63D6B5}" destId="{ECD63987-2327-40D9-8F55-129D76E7BE5A}" srcOrd="3" destOrd="0" presId="urn:microsoft.com/office/officeart/2005/8/layout/list1"/>
    <dgm:cxn modelId="{9BB44065-7EB8-4CBF-97F2-5C06F1530084}" type="presParOf" srcId="{D8EB7EAD-B429-4973-83A8-527BCA63D6B5}" destId="{FFA0CC0C-ACCE-482A-8A24-2976420C49A3}" srcOrd="4" destOrd="0" presId="urn:microsoft.com/office/officeart/2005/8/layout/list1"/>
    <dgm:cxn modelId="{308B1653-A62C-402D-A5CA-3B48D5356A4F}" type="presParOf" srcId="{FFA0CC0C-ACCE-482A-8A24-2976420C49A3}" destId="{F8764320-EAFF-4FAA-91C4-DDE4BC3AE71C}" srcOrd="0" destOrd="0" presId="urn:microsoft.com/office/officeart/2005/8/layout/list1"/>
    <dgm:cxn modelId="{2EBA19B8-DDAD-4ACE-A9DC-E55F0C91B2F6}" type="presParOf" srcId="{FFA0CC0C-ACCE-482A-8A24-2976420C49A3}" destId="{B821B25B-1421-4AE0-B666-B579218F021C}" srcOrd="1" destOrd="0" presId="urn:microsoft.com/office/officeart/2005/8/layout/list1"/>
    <dgm:cxn modelId="{2DC76415-608A-44E8-AB69-308491EA5D2E}" type="presParOf" srcId="{D8EB7EAD-B429-4973-83A8-527BCA63D6B5}" destId="{6D57162D-197D-4A3C-AB3A-523356248350}" srcOrd="5" destOrd="0" presId="urn:microsoft.com/office/officeart/2005/8/layout/list1"/>
    <dgm:cxn modelId="{F3464EFA-279E-4FFD-BD93-A6DC26F4512A}" type="presParOf" srcId="{D8EB7EAD-B429-4973-83A8-527BCA63D6B5}" destId="{5FB2280B-15F4-4E07-A189-D3C9CBF7BAD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32D0A4-F1D2-467A-AB2E-77781619006C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C5486A69-F75C-4C94-BEE4-3F00407E0B22}">
      <dgm:prSet phldrT="[Texto]" custT="1"/>
      <dgm:spPr/>
      <dgm:t>
        <a:bodyPr/>
        <a:lstStyle/>
        <a:p>
          <a:r>
            <a:rPr lang="es-ES" sz="2400" noProof="0" dirty="0"/>
            <a:t>Analizar</a:t>
          </a:r>
        </a:p>
      </dgm:t>
    </dgm:pt>
    <dgm:pt modelId="{107A5A52-5499-4884-A9C0-725573402FF8}" type="parTrans" cxnId="{31FBBCD2-D9F5-4188-81FC-DDA5FDE8FBEF}">
      <dgm:prSet/>
      <dgm:spPr/>
      <dgm:t>
        <a:bodyPr/>
        <a:lstStyle/>
        <a:p>
          <a:endParaRPr lang="es-ES" sz="2400"/>
        </a:p>
      </dgm:t>
    </dgm:pt>
    <dgm:pt modelId="{31AEC91F-8718-4ED6-B18C-AAA966DCE46E}" type="sibTrans" cxnId="{31FBBCD2-D9F5-4188-81FC-DDA5FDE8FBEF}">
      <dgm:prSet/>
      <dgm:spPr/>
      <dgm:t>
        <a:bodyPr/>
        <a:lstStyle/>
        <a:p>
          <a:endParaRPr lang="es-ES" sz="2400"/>
        </a:p>
      </dgm:t>
    </dgm:pt>
    <dgm:pt modelId="{5A480200-3157-478E-ACBB-12D829E6B1E9}">
      <dgm:prSet phldrT="[Texto]" custT="1"/>
      <dgm:spPr/>
      <dgm:t>
        <a:bodyPr/>
        <a:lstStyle/>
        <a:p>
          <a:r>
            <a:rPr lang="es-ES" sz="2400" dirty="0"/>
            <a:t>Diseñar</a:t>
          </a:r>
        </a:p>
      </dgm:t>
    </dgm:pt>
    <dgm:pt modelId="{BF0729AF-A1DB-4D7C-9FEB-44BA7E554BF5}" type="parTrans" cxnId="{A8DF50AB-8943-4E59-B58E-B00913A61580}">
      <dgm:prSet/>
      <dgm:spPr/>
      <dgm:t>
        <a:bodyPr/>
        <a:lstStyle/>
        <a:p>
          <a:endParaRPr lang="es-ES" sz="2400"/>
        </a:p>
      </dgm:t>
    </dgm:pt>
    <dgm:pt modelId="{A95EB1A0-7C3A-45D8-8132-3D6DE3E13A3E}" type="sibTrans" cxnId="{A8DF50AB-8943-4E59-B58E-B00913A61580}">
      <dgm:prSet/>
      <dgm:spPr/>
      <dgm:t>
        <a:bodyPr/>
        <a:lstStyle/>
        <a:p>
          <a:endParaRPr lang="es-ES" sz="2400"/>
        </a:p>
      </dgm:t>
    </dgm:pt>
    <dgm:pt modelId="{C3DF899B-E7C8-4DE7-9339-15317F3E94A2}">
      <dgm:prSet phldrT="[Texto]" custT="1"/>
      <dgm:spPr/>
      <dgm:t>
        <a:bodyPr/>
        <a:lstStyle/>
        <a:p>
          <a:r>
            <a:rPr lang="es-ES" sz="2000" dirty="0"/>
            <a:t>Plan de Continuidad</a:t>
          </a:r>
        </a:p>
      </dgm:t>
    </dgm:pt>
    <dgm:pt modelId="{10B30101-DE6F-4BCF-8E39-F48B8C6D3E10}" type="parTrans" cxnId="{681872DE-BD0C-4F3B-BDC5-DF5F9B38D812}">
      <dgm:prSet/>
      <dgm:spPr/>
      <dgm:t>
        <a:bodyPr/>
        <a:lstStyle/>
        <a:p>
          <a:endParaRPr lang="es-ES" sz="2400"/>
        </a:p>
      </dgm:t>
    </dgm:pt>
    <dgm:pt modelId="{775A9D01-3098-4064-8008-11518A6A4013}" type="sibTrans" cxnId="{681872DE-BD0C-4F3B-BDC5-DF5F9B38D812}">
      <dgm:prSet/>
      <dgm:spPr/>
      <dgm:t>
        <a:bodyPr/>
        <a:lstStyle/>
        <a:p>
          <a:endParaRPr lang="es-ES" sz="2400"/>
        </a:p>
      </dgm:t>
    </dgm:pt>
    <dgm:pt modelId="{EF60655A-69E9-4948-AE8B-D4F36031B557}">
      <dgm:prSet phldrT="[Texto]" custT="1"/>
      <dgm:spPr/>
      <dgm:t>
        <a:bodyPr/>
        <a:lstStyle/>
        <a:p>
          <a:r>
            <a:rPr lang="es-ES" sz="2400" dirty="0"/>
            <a:t>Desarrollar Y Validar</a:t>
          </a:r>
        </a:p>
      </dgm:t>
    </dgm:pt>
    <dgm:pt modelId="{9663351F-B4F5-4040-A51F-F9342F6BEED3}" type="parTrans" cxnId="{02C96AC3-D583-45F0-98CC-A523360B3051}">
      <dgm:prSet/>
      <dgm:spPr/>
      <dgm:t>
        <a:bodyPr/>
        <a:lstStyle/>
        <a:p>
          <a:endParaRPr lang="es-ES"/>
        </a:p>
      </dgm:t>
    </dgm:pt>
    <dgm:pt modelId="{55723967-3863-4875-B924-C0FCFC1F44A1}" type="sibTrans" cxnId="{02C96AC3-D583-45F0-98CC-A523360B3051}">
      <dgm:prSet/>
      <dgm:spPr/>
      <dgm:t>
        <a:bodyPr/>
        <a:lstStyle/>
        <a:p>
          <a:endParaRPr lang="es-ES"/>
        </a:p>
      </dgm:t>
    </dgm:pt>
    <dgm:pt modelId="{DFC7D979-8B38-4C51-9A40-CC77FDE47AD1}" type="pres">
      <dgm:prSet presAssocID="{7632D0A4-F1D2-467A-AB2E-77781619006C}" presName="Name0" presStyleCnt="0">
        <dgm:presLayoutVars>
          <dgm:dir/>
          <dgm:animLvl val="lvl"/>
          <dgm:resizeHandles val="exact"/>
        </dgm:presLayoutVars>
      </dgm:prSet>
      <dgm:spPr/>
    </dgm:pt>
    <dgm:pt modelId="{EE83469B-4E20-4841-A634-747344146846}" type="pres">
      <dgm:prSet presAssocID="{C5486A69-F75C-4C94-BEE4-3F00407E0B2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E7169A-E5BF-4D09-B48C-94DC895AFBF2}" type="pres">
      <dgm:prSet presAssocID="{31AEC91F-8718-4ED6-B18C-AAA966DCE46E}" presName="parTxOnlySpace" presStyleCnt="0"/>
      <dgm:spPr/>
    </dgm:pt>
    <dgm:pt modelId="{9DFABD8A-10EA-4F4B-B0D8-D9EDE2B87143}" type="pres">
      <dgm:prSet presAssocID="{5A480200-3157-478E-ACBB-12D829E6B1E9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C617B6F-E2FD-43A4-925A-4AD1ED4D6951}" type="pres">
      <dgm:prSet presAssocID="{A95EB1A0-7C3A-45D8-8132-3D6DE3E13A3E}" presName="parTxOnlySpace" presStyleCnt="0"/>
      <dgm:spPr/>
    </dgm:pt>
    <dgm:pt modelId="{6B2AA6A1-B635-4D85-A5E9-7BB85864FEDE}" type="pres">
      <dgm:prSet presAssocID="{EF60655A-69E9-4948-AE8B-D4F36031B55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70534C-2D87-4A95-9918-3607B8B8E58A}" type="pres">
      <dgm:prSet presAssocID="{55723967-3863-4875-B924-C0FCFC1F44A1}" presName="parTxOnlySpace" presStyleCnt="0"/>
      <dgm:spPr/>
    </dgm:pt>
    <dgm:pt modelId="{B175DA60-6933-488C-9D18-875476D38CA4}" type="pres">
      <dgm:prSet presAssocID="{C3DF899B-E7C8-4DE7-9339-15317F3E94A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182682E-25A0-47B7-861F-271352064C39}" type="presOf" srcId="{C3DF899B-E7C8-4DE7-9339-15317F3E94A2}" destId="{B175DA60-6933-488C-9D18-875476D38CA4}" srcOrd="0" destOrd="0" presId="urn:microsoft.com/office/officeart/2005/8/layout/chevron1"/>
    <dgm:cxn modelId="{67C7EB32-1E4C-4727-9E02-23D7F3F58E10}" type="presOf" srcId="{7632D0A4-F1D2-467A-AB2E-77781619006C}" destId="{DFC7D979-8B38-4C51-9A40-CC77FDE47AD1}" srcOrd="0" destOrd="0" presId="urn:microsoft.com/office/officeart/2005/8/layout/chevron1"/>
    <dgm:cxn modelId="{9701AB94-6867-4644-BED5-D2D2E10621AA}" type="presOf" srcId="{EF60655A-69E9-4948-AE8B-D4F36031B557}" destId="{6B2AA6A1-B635-4D85-A5E9-7BB85864FEDE}" srcOrd="0" destOrd="0" presId="urn:microsoft.com/office/officeart/2005/8/layout/chevron1"/>
    <dgm:cxn modelId="{BAE57A95-ABF4-45D1-827D-30F752020AD2}" type="presOf" srcId="{C5486A69-F75C-4C94-BEE4-3F00407E0B22}" destId="{EE83469B-4E20-4841-A634-747344146846}" srcOrd="0" destOrd="0" presId="urn:microsoft.com/office/officeart/2005/8/layout/chevron1"/>
    <dgm:cxn modelId="{A8DF50AB-8943-4E59-B58E-B00913A61580}" srcId="{7632D0A4-F1D2-467A-AB2E-77781619006C}" destId="{5A480200-3157-478E-ACBB-12D829E6B1E9}" srcOrd="1" destOrd="0" parTransId="{BF0729AF-A1DB-4D7C-9FEB-44BA7E554BF5}" sibTransId="{A95EB1A0-7C3A-45D8-8132-3D6DE3E13A3E}"/>
    <dgm:cxn modelId="{51209FC2-0E78-4D88-8E1F-C45854187475}" type="presOf" srcId="{5A480200-3157-478E-ACBB-12D829E6B1E9}" destId="{9DFABD8A-10EA-4F4B-B0D8-D9EDE2B87143}" srcOrd="0" destOrd="0" presId="urn:microsoft.com/office/officeart/2005/8/layout/chevron1"/>
    <dgm:cxn modelId="{02C96AC3-D583-45F0-98CC-A523360B3051}" srcId="{7632D0A4-F1D2-467A-AB2E-77781619006C}" destId="{EF60655A-69E9-4948-AE8B-D4F36031B557}" srcOrd="2" destOrd="0" parTransId="{9663351F-B4F5-4040-A51F-F9342F6BEED3}" sibTransId="{55723967-3863-4875-B924-C0FCFC1F44A1}"/>
    <dgm:cxn modelId="{31FBBCD2-D9F5-4188-81FC-DDA5FDE8FBEF}" srcId="{7632D0A4-F1D2-467A-AB2E-77781619006C}" destId="{C5486A69-F75C-4C94-BEE4-3F00407E0B22}" srcOrd="0" destOrd="0" parTransId="{107A5A52-5499-4884-A9C0-725573402FF8}" sibTransId="{31AEC91F-8718-4ED6-B18C-AAA966DCE46E}"/>
    <dgm:cxn modelId="{681872DE-BD0C-4F3B-BDC5-DF5F9B38D812}" srcId="{7632D0A4-F1D2-467A-AB2E-77781619006C}" destId="{C3DF899B-E7C8-4DE7-9339-15317F3E94A2}" srcOrd="3" destOrd="0" parTransId="{10B30101-DE6F-4BCF-8E39-F48B8C6D3E10}" sibTransId="{775A9D01-3098-4064-8008-11518A6A4013}"/>
    <dgm:cxn modelId="{E39ED027-F6A5-4F8C-92DB-91EBF8281658}" type="presParOf" srcId="{DFC7D979-8B38-4C51-9A40-CC77FDE47AD1}" destId="{EE83469B-4E20-4841-A634-747344146846}" srcOrd="0" destOrd="0" presId="urn:microsoft.com/office/officeart/2005/8/layout/chevron1"/>
    <dgm:cxn modelId="{E1F4B648-6FF8-45F5-BAF9-ACA66BE6150D}" type="presParOf" srcId="{DFC7D979-8B38-4C51-9A40-CC77FDE47AD1}" destId="{94E7169A-E5BF-4D09-B48C-94DC895AFBF2}" srcOrd="1" destOrd="0" presId="urn:microsoft.com/office/officeart/2005/8/layout/chevron1"/>
    <dgm:cxn modelId="{7F8F5FF5-68DC-4DED-973F-EAEF5C0514C4}" type="presParOf" srcId="{DFC7D979-8B38-4C51-9A40-CC77FDE47AD1}" destId="{9DFABD8A-10EA-4F4B-B0D8-D9EDE2B87143}" srcOrd="2" destOrd="0" presId="urn:microsoft.com/office/officeart/2005/8/layout/chevron1"/>
    <dgm:cxn modelId="{A6D50E95-A846-4682-8DE9-9384CCCA724D}" type="presParOf" srcId="{DFC7D979-8B38-4C51-9A40-CC77FDE47AD1}" destId="{AC617B6F-E2FD-43A4-925A-4AD1ED4D6951}" srcOrd="3" destOrd="0" presId="urn:microsoft.com/office/officeart/2005/8/layout/chevron1"/>
    <dgm:cxn modelId="{0D1302D9-E57E-4625-8104-1E0BB892E4F4}" type="presParOf" srcId="{DFC7D979-8B38-4C51-9A40-CC77FDE47AD1}" destId="{6B2AA6A1-B635-4D85-A5E9-7BB85864FEDE}" srcOrd="4" destOrd="0" presId="urn:microsoft.com/office/officeart/2005/8/layout/chevron1"/>
    <dgm:cxn modelId="{AEF633C4-119A-4D78-B15C-7836B443DA27}" type="presParOf" srcId="{DFC7D979-8B38-4C51-9A40-CC77FDE47AD1}" destId="{4970534C-2D87-4A95-9918-3607B8B8E58A}" srcOrd="5" destOrd="0" presId="urn:microsoft.com/office/officeart/2005/8/layout/chevron1"/>
    <dgm:cxn modelId="{F23F1A56-D653-497F-8664-89DFB0179C3A}" type="presParOf" srcId="{DFC7D979-8B38-4C51-9A40-CC77FDE47AD1}" destId="{B175DA60-6933-488C-9D18-875476D38CA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54E690-330A-4B4F-BBC0-1A076BB760D8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C3C2A3A4-BAE2-4758-88A9-2A42B62EDECC}">
      <dgm:prSet phldrT="[Texto]"/>
      <dgm:spPr/>
      <dgm:t>
        <a:bodyPr/>
        <a:lstStyle/>
        <a:p>
          <a:r>
            <a:rPr lang="es-MX">
              <a:latin typeface="Helvetica Neue"/>
            </a:rPr>
            <a:t>Ayuda a  prevenir errores  que se han  cometido en  otros estudios</a:t>
          </a:r>
          <a:endParaRPr lang="es-ES" dirty="0"/>
        </a:p>
      </dgm:t>
    </dgm:pt>
    <dgm:pt modelId="{F6A2588E-9B38-4888-AB23-B63CD55D8534}" type="parTrans" cxnId="{A9356D56-86F5-4A88-9E19-E8FD6CD1AB9C}">
      <dgm:prSet/>
      <dgm:spPr/>
      <dgm:t>
        <a:bodyPr/>
        <a:lstStyle/>
        <a:p>
          <a:endParaRPr lang="es-ES"/>
        </a:p>
      </dgm:t>
    </dgm:pt>
    <dgm:pt modelId="{E4142599-B326-490F-859B-6634DB62C52C}" type="sibTrans" cxnId="{A9356D56-86F5-4A88-9E19-E8FD6CD1AB9C}">
      <dgm:prSet/>
      <dgm:spPr/>
      <dgm:t>
        <a:bodyPr/>
        <a:lstStyle/>
        <a:p>
          <a:endParaRPr lang="es-ES"/>
        </a:p>
      </dgm:t>
    </dgm:pt>
    <dgm:pt modelId="{23939D47-9EA6-47FE-9285-2144DDF85CAE}">
      <dgm:prSet phldrT="[Texto]"/>
      <dgm:spPr/>
      <dgm:t>
        <a:bodyPr/>
        <a:lstStyle/>
        <a:p>
          <a:r>
            <a:rPr lang="es-MX">
              <a:latin typeface="Helvetica Neue"/>
            </a:rPr>
            <a:t>Orienta sobre  cómo habrá de  realizarse el  estudio</a:t>
          </a:r>
          <a:endParaRPr lang="es-ES" dirty="0"/>
        </a:p>
      </dgm:t>
    </dgm:pt>
    <dgm:pt modelId="{38E0DE32-B464-409D-8313-733569920D66}" type="parTrans" cxnId="{5549AFB2-B8CE-4252-9B3C-75824A9352B6}">
      <dgm:prSet/>
      <dgm:spPr/>
      <dgm:t>
        <a:bodyPr/>
        <a:lstStyle/>
        <a:p>
          <a:endParaRPr lang="es-ES"/>
        </a:p>
      </dgm:t>
    </dgm:pt>
    <dgm:pt modelId="{0D9D704B-9900-4680-ACC5-754CEBAA5483}" type="sibTrans" cxnId="{5549AFB2-B8CE-4252-9B3C-75824A9352B6}">
      <dgm:prSet/>
      <dgm:spPr/>
      <dgm:t>
        <a:bodyPr/>
        <a:lstStyle/>
        <a:p>
          <a:endParaRPr lang="es-ES"/>
        </a:p>
      </dgm:t>
    </dgm:pt>
    <dgm:pt modelId="{A1AE3678-4A0B-4EA3-8E4B-8396FF26FA10}">
      <dgm:prSet phldrT="[Texto]"/>
      <dgm:spPr/>
      <dgm:t>
        <a:bodyPr/>
        <a:lstStyle/>
        <a:p>
          <a:r>
            <a:rPr lang="es-MX">
              <a:latin typeface="Helvetica Neue"/>
            </a:rPr>
            <a:t>Amplía el horizonte  del estudio y guía al  investigador para  que se centre en su  problema</a:t>
          </a:r>
          <a:endParaRPr lang="es-ES" dirty="0"/>
        </a:p>
      </dgm:t>
    </dgm:pt>
    <dgm:pt modelId="{104F820A-F397-42CB-8480-E3D1F11D55FB}" type="parTrans" cxnId="{2D02782B-EF8B-44D0-ADD6-E6D536E00F8F}">
      <dgm:prSet/>
      <dgm:spPr/>
      <dgm:t>
        <a:bodyPr/>
        <a:lstStyle/>
        <a:p>
          <a:endParaRPr lang="es-ES"/>
        </a:p>
      </dgm:t>
    </dgm:pt>
    <dgm:pt modelId="{0C4DA631-598C-45AD-8E51-4D78674A790F}" type="sibTrans" cxnId="{2D02782B-EF8B-44D0-ADD6-E6D536E00F8F}">
      <dgm:prSet/>
      <dgm:spPr/>
      <dgm:t>
        <a:bodyPr/>
        <a:lstStyle/>
        <a:p>
          <a:endParaRPr lang="es-ES"/>
        </a:p>
      </dgm:t>
    </dgm:pt>
    <dgm:pt modelId="{CEC854D1-A3E0-468C-AEF8-EE59980DD5D5}">
      <dgm:prSet phldrT="[Texto]"/>
      <dgm:spPr/>
      <dgm:t>
        <a:bodyPr/>
        <a:lstStyle/>
        <a:p>
          <a:r>
            <a:rPr lang="es-MX">
              <a:latin typeface="Helvetica Neue"/>
            </a:rPr>
            <a:t>Conduce al  establecimiento de  hipótesis</a:t>
          </a:r>
          <a:endParaRPr lang="es-ES" dirty="0"/>
        </a:p>
      </dgm:t>
    </dgm:pt>
    <dgm:pt modelId="{91BAADFF-DF74-40AA-968E-AB68BFEF56EA}" type="parTrans" cxnId="{B8528B56-F213-46B1-8125-E87F0A8ADF17}">
      <dgm:prSet/>
      <dgm:spPr/>
      <dgm:t>
        <a:bodyPr/>
        <a:lstStyle/>
        <a:p>
          <a:endParaRPr lang="es-ES"/>
        </a:p>
      </dgm:t>
    </dgm:pt>
    <dgm:pt modelId="{CB8AD3AE-5EBA-46F5-8AE2-D2185E88E039}" type="sibTrans" cxnId="{B8528B56-F213-46B1-8125-E87F0A8ADF17}">
      <dgm:prSet/>
      <dgm:spPr/>
      <dgm:t>
        <a:bodyPr/>
        <a:lstStyle/>
        <a:p>
          <a:endParaRPr lang="es-ES"/>
        </a:p>
      </dgm:t>
    </dgm:pt>
    <dgm:pt modelId="{29183153-E3EF-4330-A802-1F9357701697}">
      <dgm:prSet phldrT="[Texto]"/>
      <dgm:spPr/>
      <dgm:t>
        <a:bodyPr/>
        <a:lstStyle/>
        <a:p>
          <a:r>
            <a:rPr lang="es-MX">
              <a:latin typeface="Helvetica Neue"/>
            </a:rPr>
            <a:t>Inspira nuevas  líneas y áreas de  investigación.</a:t>
          </a:r>
          <a:endParaRPr lang="es-ES" dirty="0"/>
        </a:p>
      </dgm:t>
    </dgm:pt>
    <dgm:pt modelId="{AA07D0CC-39D5-447B-A3B3-638F24F17137}" type="parTrans" cxnId="{8DBEFE2F-540E-4320-9273-A7FDC5318A20}">
      <dgm:prSet/>
      <dgm:spPr/>
      <dgm:t>
        <a:bodyPr/>
        <a:lstStyle/>
        <a:p>
          <a:endParaRPr lang="es-ES"/>
        </a:p>
      </dgm:t>
    </dgm:pt>
    <dgm:pt modelId="{74AEAC17-0C1B-43C4-A9A9-14FE80640F6F}" type="sibTrans" cxnId="{8DBEFE2F-540E-4320-9273-A7FDC5318A20}">
      <dgm:prSet/>
      <dgm:spPr/>
      <dgm:t>
        <a:bodyPr/>
        <a:lstStyle/>
        <a:p>
          <a:endParaRPr lang="es-ES"/>
        </a:p>
      </dgm:t>
    </dgm:pt>
    <dgm:pt modelId="{8C6BA3D0-F350-4A5C-8B01-94A59FAA7D2E}">
      <dgm:prSet/>
      <dgm:spPr/>
      <dgm:t>
        <a:bodyPr/>
        <a:lstStyle/>
        <a:p>
          <a:r>
            <a:rPr lang="es-MX" dirty="0">
              <a:latin typeface="Helvetica Neue"/>
            </a:rPr>
            <a:t>Provee de un  marco de  referencia para  interpretar los  resultados del  estudio.</a:t>
          </a:r>
          <a:endParaRPr lang="es-PE" dirty="0"/>
        </a:p>
      </dgm:t>
    </dgm:pt>
    <dgm:pt modelId="{E9C57180-CBA9-4415-9189-0550C2321D62}" type="parTrans" cxnId="{638D7FAE-6680-4963-ACF8-71A41742A1CC}">
      <dgm:prSet/>
      <dgm:spPr/>
      <dgm:t>
        <a:bodyPr/>
        <a:lstStyle/>
        <a:p>
          <a:endParaRPr lang="es-ES"/>
        </a:p>
      </dgm:t>
    </dgm:pt>
    <dgm:pt modelId="{9C1C745A-8FA0-4905-A9EB-DFB00F2BF476}" type="sibTrans" cxnId="{638D7FAE-6680-4963-ACF8-71A41742A1CC}">
      <dgm:prSet/>
      <dgm:spPr/>
      <dgm:t>
        <a:bodyPr/>
        <a:lstStyle/>
        <a:p>
          <a:endParaRPr lang="es-ES"/>
        </a:p>
      </dgm:t>
    </dgm:pt>
    <dgm:pt modelId="{4C8A7C0D-1FD1-4B7B-8D02-20CEFDDC3113}" type="pres">
      <dgm:prSet presAssocID="{FA54E690-330A-4B4F-BBC0-1A076BB760D8}" presName="diagram" presStyleCnt="0">
        <dgm:presLayoutVars>
          <dgm:dir/>
          <dgm:resizeHandles val="exact"/>
        </dgm:presLayoutVars>
      </dgm:prSet>
      <dgm:spPr/>
    </dgm:pt>
    <dgm:pt modelId="{DD14ACAE-8940-469B-BD33-BFBB4356F2D8}" type="pres">
      <dgm:prSet presAssocID="{C3C2A3A4-BAE2-4758-88A9-2A42B62EDECC}" presName="node" presStyleLbl="node1" presStyleIdx="0" presStyleCnt="6">
        <dgm:presLayoutVars>
          <dgm:bulletEnabled val="1"/>
        </dgm:presLayoutVars>
      </dgm:prSet>
      <dgm:spPr/>
    </dgm:pt>
    <dgm:pt modelId="{E10F8176-63CA-4546-85E3-B67E5949E9DB}" type="pres">
      <dgm:prSet presAssocID="{E4142599-B326-490F-859B-6634DB62C52C}" presName="sibTrans" presStyleCnt="0"/>
      <dgm:spPr/>
    </dgm:pt>
    <dgm:pt modelId="{4EEF8154-E892-4BA5-9857-1D05FA166B33}" type="pres">
      <dgm:prSet presAssocID="{23939D47-9EA6-47FE-9285-2144DDF85CAE}" presName="node" presStyleLbl="node1" presStyleIdx="1" presStyleCnt="6">
        <dgm:presLayoutVars>
          <dgm:bulletEnabled val="1"/>
        </dgm:presLayoutVars>
      </dgm:prSet>
      <dgm:spPr/>
    </dgm:pt>
    <dgm:pt modelId="{0C9AAA8A-21AD-463A-A685-64EBBBBC5B4E}" type="pres">
      <dgm:prSet presAssocID="{0D9D704B-9900-4680-ACC5-754CEBAA5483}" presName="sibTrans" presStyleCnt="0"/>
      <dgm:spPr/>
    </dgm:pt>
    <dgm:pt modelId="{BB7E72F7-AC63-4ED0-8508-3A78AEEFDC34}" type="pres">
      <dgm:prSet presAssocID="{A1AE3678-4A0B-4EA3-8E4B-8396FF26FA10}" presName="node" presStyleLbl="node1" presStyleIdx="2" presStyleCnt="6">
        <dgm:presLayoutVars>
          <dgm:bulletEnabled val="1"/>
        </dgm:presLayoutVars>
      </dgm:prSet>
      <dgm:spPr/>
    </dgm:pt>
    <dgm:pt modelId="{7667B135-EEAF-408E-ACFD-2969A13C161C}" type="pres">
      <dgm:prSet presAssocID="{0C4DA631-598C-45AD-8E51-4D78674A790F}" presName="sibTrans" presStyleCnt="0"/>
      <dgm:spPr/>
    </dgm:pt>
    <dgm:pt modelId="{FC34D2B7-7008-4FB3-9944-705D581DA189}" type="pres">
      <dgm:prSet presAssocID="{CEC854D1-A3E0-468C-AEF8-EE59980DD5D5}" presName="node" presStyleLbl="node1" presStyleIdx="3" presStyleCnt="6">
        <dgm:presLayoutVars>
          <dgm:bulletEnabled val="1"/>
        </dgm:presLayoutVars>
      </dgm:prSet>
      <dgm:spPr/>
    </dgm:pt>
    <dgm:pt modelId="{A7E259FA-C215-44A2-9CB3-74222495FC0D}" type="pres">
      <dgm:prSet presAssocID="{CB8AD3AE-5EBA-46F5-8AE2-D2185E88E039}" presName="sibTrans" presStyleCnt="0"/>
      <dgm:spPr/>
    </dgm:pt>
    <dgm:pt modelId="{3BFB006C-A72A-491D-9D45-19A3312068AF}" type="pres">
      <dgm:prSet presAssocID="{29183153-E3EF-4330-A802-1F9357701697}" presName="node" presStyleLbl="node1" presStyleIdx="4" presStyleCnt="6">
        <dgm:presLayoutVars>
          <dgm:bulletEnabled val="1"/>
        </dgm:presLayoutVars>
      </dgm:prSet>
      <dgm:spPr/>
    </dgm:pt>
    <dgm:pt modelId="{D69264E1-9711-4ADC-AE00-E0B40F07EF68}" type="pres">
      <dgm:prSet presAssocID="{74AEAC17-0C1B-43C4-A9A9-14FE80640F6F}" presName="sibTrans" presStyleCnt="0"/>
      <dgm:spPr/>
    </dgm:pt>
    <dgm:pt modelId="{A83E0701-2D2C-457D-8B1A-F03F0212DCF6}" type="pres">
      <dgm:prSet presAssocID="{8C6BA3D0-F350-4A5C-8B01-94A59FAA7D2E}" presName="node" presStyleLbl="node1" presStyleIdx="5" presStyleCnt="6">
        <dgm:presLayoutVars>
          <dgm:bulletEnabled val="1"/>
        </dgm:presLayoutVars>
      </dgm:prSet>
      <dgm:spPr/>
    </dgm:pt>
  </dgm:ptLst>
  <dgm:cxnLst>
    <dgm:cxn modelId="{25468703-4669-4363-B896-43673F1C5309}" type="presOf" srcId="{29183153-E3EF-4330-A802-1F9357701697}" destId="{3BFB006C-A72A-491D-9D45-19A3312068AF}" srcOrd="0" destOrd="0" presId="urn:microsoft.com/office/officeart/2005/8/layout/default"/>
    <dgm:cxn modelId="{2D02782B-EF8B-44D0-ADD6-E6D536E00F8F}" srcId="{FA54E690-330A-4B4F-BBC0-1A076BB760D8}" destId="{A1AE3678-4A0B-4EA3-8E4B-8396FF26FA10}" srcOrd="2" destOrd="0" parTransId="{104F820A-F397-42CB-8480-E3D1F11D55FB}" sibTransId="{0C4DA631-598C-45AD-8E51-4D78674A790F}"/>
    <dgm:cxn modelId="{8DBEFE2F-540E-4320-9273-A7FDC5318A20}" srcId="{FA54E690-330A-4B4F-BBC0-1A076BB760D8}" destId="{29183153-E3EF-4330-A802-1F9357701697}" srcOrd="4" destOrd="0" parTransId="{AA07D0CC-39D5-447B-A3B3-638F24F17137}" sibTransId="{74AEAC17-0C1B-43C4-A9A9-14FE80640F6F}"/>
    <dgm:cxn modelId="{F5BFCB42-1389-4D3B-894C-8198AC1F12C3}" type="presOf" srcId="{CEC854D1-A3E0-468C-AEF8-EE59980DD5D5}" destId="{FC34D2B7-7008-4FB3-9944-705D581DA189}" srcOrd="0" destOrd="0" presId="urn:microsoft.com/office/officeart/2005/8/layout/default"/>
    <dgm:cxn modelId="{A9356D56-86F5-4A88-9E19-E8FD6CD1AB9C}" srcId="{FA54E690-330A-4B4F-BBC0-1A076BB760D8}" destId="{C3C2A3A4-BAE2-4758-88A9-2A42B62EDECC}" srcOrd="0" destOrd="0" parTransId="{F6A2588E-9B38-4888-AB23-B63CD55D8534}" sibTransId="{E4142599-B326-490F-859B-6634DB62C52C}"/>
    <dgm:cxn modelId="{B8528B56-F213-46B1-8125-E87F0A8ADF17}" srcId="{FA54E690-330A-4B4F-BBC0-1A076BB760D8}" destId="{CEC854D1-A3E0-468C-AEF8-EE59980DD5D5}" srcOrd="3" destOrd="0" parTransId="{91BAADFF-DF74-40AA-968E-AB68BFEF56EA}" sibTransId="{CB8AD3AE-5EBA-46F5-8AE2-D2185E88E039}"/>
    <dgm:cxn modelId="{35E7BE7E-20AD-478B-98C8-DE7371A7B2EC}" type="presOf" srcId="{8C6BA3D0-F350-4A5C-8B01-94A59FAA7D2E}" destId="{A83E0701-2D2C-457D-8B1A-F03F0212DCF6}" srcOrd="0" destOrd="0" presId="urn:microsoft.com/office/officeart/2005/8/layout/default"/>
    <dgm:cxn modelId="{638D7FAE-6680-4963-ACF8-71A41742A1CC}" srcId="{FA54E690-330A-4B4F-BBC0-1A076BB760D8}" destId="{8C6BA3D0-F350-4A5C-8B01-94A59FAA7D2E}" srcOrd="5" destOrd="0" parTransId="{E9C57180-CBA9-4415-9189-0550C2321D62}" sibTransId="{9C1C745A-8FA0-4905-A9EB-DFB00F2BF476}"/>
    <dgm:cxn modelId="{5549AFB2-B8CE-4252-9B3C-75824A9352B6}" srcId="{FA54E690-330A-4B4F-BBC0-1A076BB760D8}" destId="{23939D47-9EA6-47FE-9285-2144DDF85CAE}" srcOrd="1" destOrd="0" parTransId="{38E0DE32-B464-409D-8313-733569920D66}" sibTransId="{0D9D704B-9900-4680-ACC5-754CEBAA5483}"/>
    <dgm:cxn modelId="{E9F4F1C8-5E5E-4DA2-8F5D-21102EDE4CBB}" type="presOf" srcId="{C3C2A3A4-BAE2-4758-88A9-2A42B62EDECC}" destId="{DD14ACAE-8940-469B-BD33-BFBB4356F2D8}" srcOrd="0" destOrd="0" presId="urn:microsoft.com/office/officeart/2005/8/layout/default"/>
    <dgm:cxn modelId="{D607D3E3-D335-40E4-8C03-F7E8F7648058}" type="presOf" srcId="{A1AE3678-4A0B-4EA3-8E4B-8396FF26FA10}" destId="{BB7E72F7-AC63-4ED0-8508-3A78AEEFDC34}" srcOrd="0" destOrd="0" presId="urn:microsoft.com/office/officeart/2005/8/layout/default"/>
    <dgm:cxn modelId="{ECA2ADEC-44CB-4ECD-9CF4-C805C1792F90}" type="presOf" srcId="{FA54E690-330A-4B4F-BBC0-1A076BB760D8}" destId="{4C8A7C0D-1FD1-4B7B-8D02-20CEFDDC3113}" srcOrd="0" destOrd="0" presId="urn:microsoft.com/office/officeart/2005/8/layout/default"/>
    <dgm:cxn modelId="{3C2237F8-AD00-4A23-9664-12BBE8C2F8DA}" type="presOf" srcId="{23939D47-9EA6-47FE-9285-2144DDF85CAE}" destId="{4EEF8154-E892-4BA5-9857-1D05FA166B33}" srcOrd="0" destOrd="0" presId="urn:microsoft.com/office/officeart/2005/8/layout/default"/>
    <dgm:cxn modelId="{34541F03-B828-46C7-9758-EA10242102CF}" type="presParOf" srcId="{4C8A7C0D-1FD1-4B7B-8D02-20CEFDDC3113}" destId="{DD14ACAE-8940-469B-BD33-BFBB4356F2D8}" srcOrd="0" destOrd="0" presId="urn:microsoft.com/office/officeart/2005/8/layout/default"/>
    <dgm:cxn modelId="{4D23E43D-0006-4AD2-A782-D75A8FEE183B}" type="presParOf" srcId="{4C8A7C0D-1FD1-4B7B-8D02-20CEFDDC3113}" destId="{E10F8176-63CA-4546-85E3-B67E5949E9DB}" srcOrd="1" destOrd="0" presId="urn:microsoft.com/office/officeart/2005/8/layout/default"/>
    <dgm:cxn modelId="{25C959AD-62DE-4466-B0B2-578715B46386}" type="presParOf" srcId="{4C8A7C0D-1FD1-4B7B-8D02-20CEFDDC3113}" destId="{4EEF8154-E892-4BA5-9857-1D05FA166B33}" srcOrd="2" destOrd="0" presId="urn:microsoft.com/office/officeart/2005/8/layout/default"/>
    <dgm:cxn modelId="{5DBFCF12-5D80-44DA-A442-EA8227F1B461}" type="presParOf" srcId="{4C8A7C0D-1FD1-4B7B-8D02-20CEFDDC3113}" destId="{0C9AAA8A-21AD-463A-A685-64EBBBBC5B4E}" srcOrd="3" destOrd="0" presId="urn:microsoft.com/office/officeart/2005/8/layout/default"/>
    <dgm:cxn modelId="{C864AB1D-CFBE-415B-B477-23EBB58F74BF}" type="presParOf" srcId="{4C8A7C0D-1FD1-4B7B-8D02-20CEFDDC3113}" destId="{BB7E72F7-AC63-4ED0-8508-3A78AEEFDC34}" srcOrd="4" destOrd="0" presId="urn:microsoft.com/office/officeart/2005/8/layout/default"/>
    <dgm:cxn modelId="{15DF13B1-F5DB-44EF-A5BA-DBF3A474BCD5}" type="presParOf" srcId="{4C8A7C0D-1FD1-4B7B-8D02-20CEFDDC3113}" destId="{7667B135-EEAF-408E-ACFD-2969A13C161C}" srcOrd="5" destOrd="0" presId="urn:microsoft.com/office/officeart/2005/8/layout/default"/>
    <dgm:cxn modelId="{1A12FF30-BF8A-453A-883D-27C05D09424D}" type="presParOf" srcId="{4C8A7C0D-1FD1-4B7B-8D02-20CEFDDC3113}" destId="{FC34D2B7-7008-4FB3-9944-705D581DA189}" srcOrd="6" destOrd="0" presId="urn:microsoft.com/office/officeart/2005/8/layout/default"/>
    <dgm:cxn modelId="{32BEE8E9-8F5E-4204-A357-2B5F2CE24A7F}" type="presParOf" srcId="{4C8A7C0D-1FD1-4B7B-8D02-20CEFDDC3113}" destId="{A7E259FA-C215-44A2-9CB3-74222495FC0D}" srcOrd="7" destOrd="0" presId="urn:microsoft.com/office/officeart/2005/8/layout/default"/>
    <dgm:cxn modelId="{FF860392-CFB5-45F5-83A1-70312B2A1A79}" type="presParOf" srcId="{4C8A7C0D-1FD1-4B7B-8D02-20CEFDDC3113}" destId="{3BFB006C-A72A-491D-9D45-19A3312068AF}" srcOrd="8" destOrd="0" presId="urn:microsoft.com/office/officeart/2005/8/layout/default"/>
    <dgm:cxn modelId="{85F28C3D-DBD4-4EC3-A20D-8A3885432150}" type="presParOf" srcId="{4C8A7C0D-1FD1-4B7B-8D02-20CEFDDC3113}" destId="{D69264E1-9711-4ADC-AE00-E0B40F07EF68}" srcOrd="9" destOrd="0" presId="urn:microsoft.com/office/officeart/2005/8/layout/default"/>
    <dgm:cxn modelId="{B76D0DB8-159F-4B2F-AAA4-BD4D7402FE88}" type="presParOf" srcId="{4C8A7C0D-1FD1-4B7B-8D02-20CEFDDC3113}" destId="{A83E0701-2D2C-457D-8B1A-F03F0212DCF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BD76050-1D61-4283-A108-28745ED118D8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28649458-FC69-46C9-B61B-AA9E6EF45335}">
      <dgm:prSet phldrT="[Texto]" custT="1"/>
      <dgm:spPr/>
      <dgm:t>
        <a:bodyPr/>
        <a:lstStyle/>
        <a:p>
          <a:r>
            <a:rPr lang="es-ES" sz="2400" dirty="0"/>
            <a:t>Industria y Procesos de Negocio</a:t>
          </a:r>
        </a:p>
      </dgm:t>
    </dgm:pt>
    <dgm:pt modelId="{BE430B12-B40B-46C2-9C92-3BB07C68547B}" type="parTrans" cxnId="{BE28515A-E793-4DC7-B0DA-A6E8FD699B3A}">
      <dgm:prSet/>
      <dgm:spPr/>
      <dgm:t>
        <a:bodyPr/>
        <a:lstStyle/>
        <a:p>
          <a:endParaRPr lang="es-ES"/>
        </a:p>
      </dgm:t>
    </dgm:pt>
    <dgm:pt modelId="{78387806-F372-468C-988D-5AFEE5B300CC}" type="sibTrans" cxnId="{BE28515A-E793-4DC7-B0DA-A6E8FD699B3A}">
      <dgm:prSet/>
      <dgm:spPr/>
      <dgm:t>
        <a:bodyPr/>
        <a:lstStyle/>
        <a:p>
          <a:endParaRPr lang="es-ES"/>
        </a:p>
      </dgm:t>
    </dgm:pt>
    <dgm:pt modelId="{AF201563-17F0-44A7-88E2-CBED0670C320}">
      <dgm:prSet phldrT="[Texto]"/>
      <dgm:spPr/>
      <dgm:t>
        <a:bodyPr/>
        <a:lstStyle/>
        <a:p>
          <a:r>
            <a:rPr lang="es-ES" dirty="0"/>
            <a:t>Conceptos</a:t>
          </a:r>
        </a:p>
      </dgm:t>
    </dgm:pt>
    <dgm:pt modelId="{822F9AD0-5734-42FC-87A8-58E2DCD9E526}" type="parTrans" cxnId="{0DB7DD15-01F1-4A12-958C-055BCAA6E03C}">
      <dgm:prSet/>
      <dgm:spPr/>
      <dgm:t>
        <a:bodyPr/>
        <a:lstStyle/>
        <a:p>
          <a:endParaRPr lang="es-ES"/>
        </a:p>
      </dgm:t>
    </dgm:pt>
    <dgm:pt modelId="{15CF462B-4BCF-4FC0-AE56-8945EBDC1D89}" type="sibTrans" cxnId="{0DB7DD15-01F1-4A12-958C-055BCAA6E03C}">
      <dgm:prSet/>
      <dgm:spPr/>
      <dgm:t>
        <a:bodyPr/>
        <a:lstStyle/>
        <a:p>
          <a:endParaRPr lang="es-ES"/>
        </a:p>
      </dgm:t>
    </dgm:pt>
    <dgm:pt modelId="{97A1E3CF-713A-4D33-BA39-8809B91C2378}">
      <dgm:prSet phldrT="[Texto]" custT="1"/>
      <dgm:spPr/>
      <dgm:t>
        <a:bodyPr/>
        <a:lstStyle/>
        <a:p>
          <a:r>
            <a:rPr lang="es-ES" sz="2400" dirty="0"/>
            <a:t>Ingeniería de Sistemas</a:t>
          </a:r>
        </a:p>
      </dgm:t>
    </dgm:pt>
    <dgm:pt modelId="{10840320-3AB7-4538-AA7E-CA0DD72C2C28}" type="parTrans" cxnId="{E41E5F9F-E5B5-4940-B6CF-7CF87D5F1106}">
      <dgm:prSet/>
      <dgm:spPr/>
      <dgm:t>
        <a:bodyPr/>
        <a:lstStyle/>
        <a:p>
          <a:endParaRPr lang="es-ES"/>
        </a:p>
      </dgm:t>
    </dgm:pt>
    <dgm:pt modelId="{F3FFF164-70E3-4BC2-96BC-B945A9BE6863}" type="sibTrans" cxnId="{E41E5F9F-E5B5-4940-B6CF-7CF87D5F1106}">
      <dgm:prSet/>
      <dgm:spPr/>
      <dgm:t>
        <a:bodyPr/>
        <a:lstStyle/>
        <a:p>
          <a:endParaRPr lang="es-ES"/>
        </a:p>
      </dgm:t>
    </dgm:pt>
    <dgm:pt modelId="{4E78B936-F2E4-4564-82A6-43ED47A97308}">
      <dgm:prSet phldrT="[Texto]"/>
      <dgm:spPr/>
      <dgm:t>
        <a:bodyPr/>
        <a:lstStyle/>
        <a:p>
          <a:r>
            <a:rPr lang="es-ES" dirty="0"/>
            <a:t>Conceptos</a:t>
          </a:r>
        </a:p>
      </dgm:t>
    </dgm:pt>
    <dgm:pt modelId="{CD5C9215-D44F-4658-84EC-8926913EAAB7}" type="parTrans" cxnId="{D36E6FAF-D11B-4B5F-9370-0E91DCF6802F}">
      <dgm:prSet/>
      <dgm:spPr/>
      <dgm:t>
        <a:bodyPr/>
        <a:lstStyle/>
        <a:p>
          <a:endParaRPr lang="es-ES"/>
        </a:p>
      </dgm:t>
    </dgm:pt>
    <dgm:pt modelId="{9AC9A043-CEF1-4FB1-A5B3-B229CE1891E5}" type="sibTrans" cxnId="{D36E6FAF-D11B-4B5F-9370-0E91DCF6802F}">
      <dgm:prSet/>
      <dgm:spPr/>
      <dgm:t>
        <a:bodyPr/>
        <a:lstStyle/>
        <a:p>
          <a:endParaRPr lang="es-ES"/>
        </a:p>
      </dgm:t>
    </dgm:pt>
    <dgm:pt modelId="{606AE6D8-9637-4662-9E6D-5049B8B18123}">
      <dgm:prSet phldrT="[Texto]" custT="1"/>
      <dgm:spPr/>
      <dgm:t>
        <a:bodyPr/>
        <a:lstStyle/>
        <a:p>
          <a:r>
            <a:rPr lang="es-ES" sz="2400" dirty="0"/>
            <a:t>Cumplimiento Normativo</a:t>
          </a:r>
        </a:p>
      </dgm:t>
    </dgm:pt>
    <dgm:pt modelId="{4BFEF74E-EB02-4902-8E0B-BEB889CB96BF}" type="parTrans" cxnId="{503BE26E-59A6-4A3D-AD95-B7A4B1FF5B2A}">
      <dgm:prSet/>
      <dgm:spPr/>
      <dgm:t>
        <a:bodyPr/>
        <a:lstStyle/>
        <a:p>
          <a:endParaRPr lang="es-ES"/>
        </a:p>
      </dgm:t>
    </dgm:pt>
    <dgm:pt modelId="{8DD380FA-A7D0-449F-82E1-8E672FC0AD0D}" type="sibTrans" cxnId="{503BE26E-59A6-4A3D-AD95-B7A4B1FF5B2A}">
      <dgm:prSet/>
      <dgm:spPr/>
      <dgm:t>
        <a:bodyPr/>
        <a:lstStyle/>
        <a:p>
          <a:endParaRPr lang="es-ES"/>
        </a:p>
      </dgm:t>
    </dgm:pt>
    <dgm:pt modelId="{EA604692-B67F-4C7B-9DAB-F81C0A7F5447}">
      <dgm:prSet phldrT="[Texto]"/>
      <dgm:spPr/>
      <dgm:t>
        <a:bodyPr/>
        <a:lstStyle/>
        <a:p>
          <a:r>
            <a:rPr lang="es-ES" dirty="0"/>
            <a:t>Normas y Leyes</a:t>
          </a:r>
        </a:p>
      </dgm:t>
    </dgm:pt>
    <dgm:pt modelId="{C0FB4506-34C2-49F5-995A-D0AC47C000B9}" type="parTrans" cxnId="{01B59E59-B2BD-4FFC-88DC-0B35AC11FABB}">
      <dgm:prSet/>
      <dgm:spPr/>
      <dgm:t>
        <a:bodyPr/>
        <a:lstStyle/>
        <a:p>
          <a:endParaRPr lang="es-ES"/>
        </a:p>
      </dgm:t>
    </dgm:pt>
    <dgm:pt modelId="{E7E7086E-0D73-4F34-AD61-412ED89C5E2A}" type="sibTrans" cxnId="{01B59E59-B2BD-4FFC-88DC-0B35AC11FABB}">
      <dgm:prSet/>
      <dgm:spPr/>
      <dgm:t>
        <a:bodyPr/>
        <a:lstStyle/>
        <a:p>
          <a:endParaRPr lang="es-ES"/>
        </a:p>
      </dgm:t>
    </dgm:pt>
    <dgm:pt modelId="{39A8A238-F311-4694-B8AF-B44394B40DD8}">
      <dgm:prSet phldrT="[Texto]"/>
      <dgm:spPr/>
      <dgm:t>
        <a:bodyPr/>
        <a:lstStyle/>
        <a:p>
          <a:r>
            <a:rPr lang="es-ES" dirty="0"/>
            <a:t>Teorías</a:t>
          </a:r>
        </a:p>
      </dgm:t>
    </dgm:pt>
    <dgm:pt modelId="{9308C1F8-4DB4-4CCD-967B-128E3AB25761}" type="parTrans" cxnId="{CA3FEEDF-FC5D-49FE-B7BD-62137AA721C0}">
      <dgm:prSet/>
      <dgm:spPr/>
      <dgm:t>
        <a:bodyPr/>
        <a:lstStyle/>
        <a:p>
          <a:endParaRPr lang="es-ES"/>
        </a:p>
      </dgm:t>
    </dgm:pt>
    <dgm:pt modelId="{539E7704-48BE-4660-B0DF-64A4F09392B6}" type="sibTrans" cxnId="{CA3FEEDF-FC5D-49FE-B7BD-62137AA721C0}">
      <dgm:prSet/>
      <dgm:spPr/>
      <dgm:t>
        <a:bodyPr/>
        <a:lstStyle/>
        <a:p>
          <a:endParaRPr lang="es-ES"/>
        </a:p>
      </dgm:t>
    </dgm:pt>
    <dgm:pt modelId="{C85234A6-FBDF-49D1-B707-0D7BE545B67D}">
      <dgm:prSet phldrT="[Texto]"/>
      <dgm:spPr/>
      <dgm:t>
        <a:bodyPr/>
        <a:lstStyle/>
        <a:p>
          <a:r>
            <a:rPr lang="es-ES" dirty="0"/>
            <a:t>Métodos</a:t>
          </a:r>
        </a:p>
      </dgm:t>
    </dgm:pt>
    <dgm:pt modelId="{517FEF7A-53A6-4625-A5B2-AA5242D0A3C1}" type="parTrans" cxnId="{FBB0B1E9-626C-4150-A88C-80E8291138D1}">
      <dgm:prSet/>
      <dgm:spPr/>
      <dgm:t>
        <a:bodyPr/>
        <a:lstStyle/>
        <a:p>
          <a:endParaRPr lang="es-ES"/>
        </a:p>
      </dgm:t>
    </dgm:pt>
    <dgm:pt modelId="{C799676A-CD06-4849-A9D2-DA917EA50B83}" type="sibTrans" cxnId="{FBB0B1E9-626C-4150-A88C-80E8291138D1}">
      <dgm:prSet/>
      <dgm:spPr/>
      <dgm:t>
        <a:bodyPr/>
        <a:lstStyle/>
        <a:p>
          <a:endParaRPr lang="es-ES"/>
        </a:p>
      </dgm:t>
    </dgm:pt>
    <dgm:pt modelId="{384F7C79-B805-4122-9782-490661C568F4}">
      <dgm:prSet phldrT="[Texto]"/>
      <dgm:spPr/>
      <dgm:t>
        <a:bodyPr/>
        <a:lstStyle/>
        <a:p>
          <a:r>
            <a:rPr lang="es-ES" dirty="0"/>
            <a:t>Métodos</a:t>
          </a:r>
        </a:p>
      </dgm:t>
    </dgm:pt>
    <dgm:pt modelId="{211195A1-4F4F-4BF9-9856-FE762E425C41}" type="parTrans" cxnId="{19F02DA0-4268-4BE7-BC6D-ED3D53308B87}">
      <dgm:prSet/>
      <dgm:spPr/>
      <dgm:t>
        <a:bodyPr/>
        <a:lstStyle/>
        <a:p>
          <a:endParaRPr lang="es-ES"/>
        </a:p>
      </dgm:t>
    </dgm:pt>
    <dgm:pt modelId="{69AB976F-D031-4B80-AC2C-A4AF1B92A15F}" type="sibTrans" cxnId="{19F02DA0-4268-4BE7-BC6D-ED3D53308B87}">
      <dgm:prSet/>
      <dgm:spPr/>
      <dgm:t>
        <a:bodyPr/>
        <a:lstStyle/>
        <a:p>
          <a:endParaRPr lang="es-ES"/>
        </a:p>
      </dgm:t>
    </dgm:pt>
    <dgm:pt modelId="{97E40A8F-BEC6-46B6-80D8-BB14E074A4CB}">
      <dgm:prSet phldrT="[Texto]"/>
      <dgm:spPr/>
      <dgm:t>
        <a:bodyPr/>
        <a:lstStyle/>
        <a:p>
          <a:r>
            <a:rPr lang="es-ES" dirty="0"/>
            <a:t>Técnicas</a:t>
          </a:r>
        </a:p>
      </dgm:t>
    </dgm:pt>
    <dgm:pt modelId="{800EA6EC-C2DC-42C1-91A1-368FB227BA36}" type="parTrans" cxnId="{97D9B116-652E-4F7E-AFEE-864660E00115}">
      <dgm:prSet/>
      <dgm:spPr/>
      <dgm:t>
        <a:bodyPr/>
        <a:lstStyle/>
        <a:p>
          <a:endParaRPr lang="es-ES"/>
        </a:p>
      </dgm:t>
    </dgm:pt>
    <dgm:pt modelId="{5FAA9A3D-0327-40AA-A01A-22FF4C940881}" type="sibTrans" cxnId="{97D9B116-652E-4F7E-AFEE-864660E00115}">
      <dgm:prSet/>
      <dgm:spPr/>
      <dgm:t>
        <a:bodyPr/>
        <a:lstStyle/>
        <a:p>
          <a:endParaRPr lang="es-ES"/>
        </a:p>
      </dgm:t>
    </dgm:pt>
    <dgm:pt modelId="{74D0643D-308E-41D0-83DE-EF1E529E3FE8}" type="pres">
      <dgm:prSet presAssocID="{5BD76050-1D61-4283-A108-28745ED118D8}" presName="linearFlow" presStyleCnt="0">
        <dgm:presLayoutVars>
          <dgm:dir/>
          <dgm:animLvl val="lvl"/>
          <dgm:resizeHandles val="exact"/>
        </dgm:presLayoutVars>
      </dgm:prSet>
      <dgm:spPr/>
    </dgm:pt>
    <dgm:pt modelId="{6D372718-44D3-4A09-B366-545A0F505D2C}" type="pres">
      <dgm:prSet presAssocID="{28649458-FC69-46C9-B61B-AA9E6EF45335}" presName="composite" presStyleCnt="0"/>
      <dgm:spPr/>
    </dgm:pt>
    <dgm:pt modelId="{04036ABC-3989-4EA3-B41F-8084A7935375}" type="pres">
      <dgm:prSet presAssocID="{28649458-FC69-46C9-B61B-AA9E6EF4533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B3FE22A-D782-4EA7-896F-98494B83BCB1}" type="pres">
      <dgm:prSet presAssocID="{28649458-FC69-46C9-B61B-AA9E6EF45335}" presName="parSh" presStyleLbl="node1" presStyleIdx="0" presStyleCnt="3"/>
      <dgm:spPr/>
    </dgm:pt>
    <dgm:pt modelId="{E1842CCB-2EE6-4A84-A6A4-BB2B8230E83F}" type="pres">
      <dgm:prSet presAssocID="{28649458-FC69-46C9-B61B-AA9E6EF45335}" presName="desTx" presStyleLbl="fgAcc1" presStyleIdx="0" presStyleCnt="3" custLinFactNeighborY="15741">
        <dgm:presLayoutVars>
          <dgm:bulletEnabled val="1"/>
        </dgm:presLayoutVars>
      </dgm:prSet>
      <dgm:spPr/>
    </dgm:pt>
    <dgm:pt modelId="{6418ADE0-D02B-4924-89AC-829F48DFBE55}" type="pres">
      <dgm:prSet presAssocID="{78387806-F372-468C-988D-5AFEE5B300CC}" presName="sibTrans" presStyleLbl="sibTrans2D1" presStyleIdx="0" presStyleCnt="2"/>
      <dgm:spPr/>
    </dgm:pt>
    <dgm:pt modelId="{E686E952-48CD-4B23-AD64-BE9A32C6A6F4}" type="pres">
      <dgm:prSet presAssocID="{78387806-F372-468C-988D-5AFEE5B300CC}" presName="connTx" presStyleLbl="sibTrans2D1" presStyleIdx="0" presStyleCnt="2"/>
      <dgm:spPr/>
    </dgm:pt>
    <dgm:pt modelId="{998921AA-9C05-48A8-91A8-1945C1E0B8ED}" type="pres">
      <dgm:prSet presAssocID="{97A1E3CF-713A-4D33-BA39-8809B91C2378}" presName="composite" presStyleCnt="0"/>
      <dgm:spPr/>
    </dgm:pt>
    <dgm:pt modelId="{97E88D90-370A-4A7E-84A4-702D234A145E}" type="pres">
      <dgm:prSet presAssocID="{97A1E3CF-713A-4D33-BA39-8809B91C2378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D4BC28E-4044-4539-8D9C-87B74BBA5926}" type="pres">
      <dgm:prSet presAssocID="{97A1E3CF-713A-4D33-BA39-8809B91C2378}" presName="parSh" presStyleLbl="node1" presStyleIdx="1" presStyleCnt="3"/>
      <dgm:spPr/>
    </dgm:pt>
    <dgm:pt modelId="{6FD0A5C5-5585-4078-B78C-C2B84F0EA7FC}" type="pres">
      <dgm:prSet presAssocID="{97A1E3CF-713A-4D33-BA39-8809B91C2378}" presName="desTx" presStyleLbl="fgAcc1" presStyleIdx="1" presStyleCnt="3" custLinFactNeighborY="15741">
        <dgm:presLayoutVars>
          <dgm:bulletEnabled val="1"/>
        </dgm:presLayoutVars>
      </dgm:prSet>
      <dgm:spPr/>
    </dgm:pt>
    <dgm:pt modelId="{89BF16D4-9EAA-424F-AC06-34BFD011BC44}" type="pres">
      <dgm:prSet presAssocID="{F3FFF164-70E3-4BC2-96BC-B945A9BE6863}" presName="sibTrans" presStyleLbl="sibTrans2D1" presStyleIdx="1" presStyleCnt="2"/>
      <dgm:spPr/>
    </dgm:pt>
    <dgm:pt modelId="{CAFF96EE-C9AA-4C1F-9C3F-82D2F0C114DB}" type="pres">
      <dgm:prSet presAssocID="{F3FFF164-70E3-4BC2-96BC-B945A9BE6863}" presName="connTx" presStyleLbl="sibTrans2D1" presStyleIdx="1" presStyleCnt="2"/>
      <dgm:spPr/>
    </dgm:pt>
    <dgm:pt modelId="{6231EB81-4C57-45B9-A7DC-F3C3E814DC8D}" type="pres">
      <dgm:prSet presAssocID="{606AE6D8-9637-4662-9E6D-5049B8B18123}" presName="composite" presStyleCnt="0"/>
      <dgm:spPr/>
    </dgm:pt>
    <dgm:pt modelId="{7DACC834-89E4-4677-92A1-B9534CD03CE0}" type="pres">
      <dgm:prSet presAssocID="{606AE6D8-9637-4662-9E6D-5049B8B18123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C91BF79-92A9-40C0-9FD4-57C24FEAAB72}" type="pres">
      <dgm:prSet presAssocID="{606AE6D8-9637-4662-9E6D-5049B8B18123}" presName="parSh" presStyleLbl="node1" presStyleIdx="2" presStyleCnt="3"/>
      <dgm:spPr/>
    </dgm:pt>
    <dgm:pt modelId="{AB3B3118-1646-4D91-BB8F-92F2A4A24EF2}" type="pres">
      <dgm:prSet presAssocID="{606AE6D8-9637-4662-9E6D-5049B8B18123}" presName="desTx" presStyleLbl="fgAcc1" presStyleIdx="2" presStyleCnt="3" custLinFactNeighborY="15741">
        <dgm:presLayoutVars>
          <dgm:bulletEnabled val="1"/>
        </dgm:presLayoutVars>
      </dgm:prSet>
      <dgm:spPr/>
    </dgm:pt>
  </dgm:ptLst>
  <dgm:cxnLst>
    <dgm:cxn modelId="{0DB7DD15-01F1-4A12-958C-055BCAA6E03C}" srcId="{28649458-FC69-46C9-B61B-AA9E6EF45335}" destId="{AF201563-17F0-44A7-88E2-CBED0670C320}" srcOrd="0" destOrd="0" parTransId="{822F9AD0-5734-42FC-87A8-58E2DCD9E526}" sibTransId="{15CF462B-4BCF-4FC0-AE56-8945EBDC1D89}"/>
    <dgm:cxn modelId="{97D9B116-652E-4F7E-AFEE-864660E00115}" srcId="{97A1E3CF-713A-4D33-BA39-8809B91C2378}" destId="{97E40A8F-BEC6-46B6-80D8-BB14E074A4CB}" srcOrd="2" destOrd="0" parTransId="{800EA6EC-C2DC-42C1-91A1-368FB227BA36}" sibTransId="{5FAA9A3D-0327-40AA-A01A-22FF4C940881}"/>
    <dgm:cxn modelId="{00A2E025-DC8A-4B37-93B8-725044FA6959}" type="presOf" srcId="{F3FFF164-70E3-4BC2-96BC-B945A9BE6863}" destId="{89BF16D4-9EAA-424F-AC06-34BFD011BC44}" srcOrd="0" destOrd="0" presId="urn:microsoft.com/office/officeart/2005/8/layout/process3"/>
    <dgm:cxn modelId="{9B45492C-FE74-4921-ABB3-DA131C9A85A3}" type="presOf" srcId="{606AE6D8-9637-4662-9E6D-5049B8B18123}" destId="{BC91BF79-92A9-40C0-9FD4-57C24FEAAB72}" srcOrd="1" destOrd="0" presId="urn:microsoft.com/office/officeart/2005/8/layout/process3"/>
    <dgm:cxn modelId="{9CD19936-5DF2-4C53-8C12-64B2B2D61C74}" type="presOf" srcId="{4E78B936-F2E4-4564-82A6-43ED47A97308}" destId="{6FD0A5C5-5585-4078-B78C-C2B84F0EA7FC}" srcOrd="0" destOrd="0" presId="urn:microsoft.com/office/officeart/2005/8/layout/process3"/>
    <dgm:cxn modelId="{29ED463D-7229-4829-9E04-CAFC34427B47}" type="presOf" srcId="{28649458-FC69-46C9-B61B-AA9E6EF45335}" destId="{BB3FE22A-D782-4EA7-896F-98494B83BCB1}" srcOrd="1" destOrd="0" presId="urn:microsoft.com/office/officeart/2005/8/layout/process3"/>
    <dgm:cxn modelId="{2756DF49-6BE9-4C8E-96CD-9E5CE8A3EA92}" type="presOf" srcId="{C85234A6-FBDF-49D1-B707-0D7BE545B67D}" destId="{E1842CCB-2EE6-4A84-A6A4-BB2B8230E83F}" srcOrd="0" destOrd="2" presId="urn:microsoft.com/office/officeart/2005/8/layout/process3"/>
    <dgm:cxn modelId="{503BE26E-59A6-4A3D-AD95-B7A4B1FF5B2A}" srcId="{5BD76050-1D61-4283-A108-28745ED118D8}" destId="{606AE6D8-9637-4662-9E6D-5049B8B18123}" srcOrd="2" destOrd="0" parTransId="{4BFEF74E-EB02-4902-8E0B-BEB889CB96BF}" sibTransId="{8DD380FA-A7D0-449F-82E1-8E672FC0AD0D}"/>
    <dgm:cxn modelId="{BE191F6F-B49B-4730-8174-02A424EC7521}" type="presOf" srcId="{AF201563-17F0-44A7-88E2-CBED0670C320}" destId="{E1842CCB-2EE6-4A84-A6A4-BB2B8230E83F}" srcOrd="0" destOrd="0" presId="urn:microsoft.com/office/officeart/2005/8/layout/process3"/>
    <dgm:cxn modelId="{B87DA456-FA47-4C99-B3F9-5465299C0A48}" type="presOf" srcId="{5BD76050-1D61-4283-A108-28745ED118D8}" destId="{74D0643D-308E-41D0-83DE-EF1E529E3FE8}" srcOrd="0" destOrd="0" presId="urn:microsoft.com/office/officeart/2005/8/layout/process3"/>
    <dgm:cxn modelId="{4DC08877-A0D5-483A-B97C-9F61FD6B79C7}" type="presOf" srcId="{384F7C79-B805-4122-9782-490661C568F4}" destId="{6FD0A5C5-5585-4078-B78C-C2B84F0EA7FC}" srcOrd="0" destOrd="1" presId="urn:microsoft.com/office/officeart/2005/8/layout/process3"/>
    <dgm:cxn modelId="{01B59E59-B2BD-4FFC-88DC-0B35AC11FABB}" srcId="{606AE6D8-9637-4662-9E6D-5049B8B18123}" destId="{EA604692-B67F-4C7B-9DAB-F81C0A7F5447}" srcOrd="0" destOrd="0" parTransId="{C0FB4506-34C2-49F5-995A-D0AC47C000B9}" sibTransId="{E7E7086E-0D73-4F34-AD61-412ED89C5E2A}"/>
    <dgm:cxn modelId="{BE28515A-E793-4DC7-B0DA-A6E8FD699B3A}" srcId="{5BD76050-1D61-4283-A108-28745ED118D8}" destId="{28649458-FC69-46C9-B61B-AA9E6EF45335}" srcOrd="0" destOrd="0" parTransId="{BE430B12-B40B-46C2-9C92-3BB07C68547B}" sibTransId="{78387806-F372-468C-988D-5AFEE5B300CC}"/>
    <dgm:cxn modelId="{24808285-2444-4BA9-9B6E-E73B9BB0E5AA}" type="presOf" srcId="{78387806-F372-468C-988D-5AFEE5B300CC}" destId="{E686E952-48CD-4B23-AD64-BE9A32C6A6F4}" srcOrd="1" destOrd="0" presId="urn:microsoft.com/office/officeart/2005/8/layout/process3"/>
    <dgm:cxn modelId="{E74AB692-1D2D-487A-BF14-BF06E159C88B}" type="presOf" srcId="{EA604692-B67F-4C7B-9DAB-F81C0A7F5447}" destId="{AB3B3118-1646-4D91-BB8F-92F2A4A24EF2}" srcOrd="0" destOrd="0" presId="urn:microsoft.com/office/officeart/2005/8/layout/process3"/>
    <dgm:cxn modelId="{E41E5F9F-E5B5-4940-B6CF-7CF87D5F1106}" srcId="{5BD76050-1D61-4283-A108-28745ED118D8}" destId="{97A1E3CF-713A-4D33-BA39-8809B91C2378}" srcOrd="1" destOrd="0" parTransId="{10840320-3AB7-4538-AA7E-CA0DD72C2C28}" sibTransId="{F3FFF164-70E3-4BC2-96BC-B945A9BE6863}"/>
    <dgm:cxn modelId="{19F02DA0-4268-4BE7-BC6D-ED3D53308B87}" srcId="{97A1E3CF-713A-4D33-BA39-8809B91C2378}" destId="{384F7C79-B805-4122-9782-490661C568F4}" srcOrd="1" destOrd="0" parTransId="{211195A1-4F4F-4BF9-9856-FE762E425C41}" sibTransId="{69AB976F-D031-4B80-AC2C-A4AF1B92A15F}"/>
    <dgm:cxn modelId="{BF52FFA3-044E-4671-8A41-7252C8622211}" type="presOf" srcId="{606AE6D8-9637-4662-9E6D-5049B8B18123}" destId="{7DACC834-89E4-4677-92A1-B9534CD03CE0}" srcOrd="0" destOrd="0" presId="urn:microsoft.com/office/officeart/2005/8/layout/process3"/>
    <dgm:cxn modelId="{D36E6FAF-D11B-4B5F-9370-0E91DCF6802F}" srcId="{97A1E3CF-713A-4D33-BA39-8809B91C2378}" destId="{4E78B936-F2E4-4564-82A6-43ED47A97308}" srcOrd="0" destOrd="0" parTransId="{CD5C9215-D44F-4658-84EC-8926913EAAB7}" sibTransId="{9AC9A043-CEF1-4FB1-A5B3-B229CE1891E5}"/>
    <dgm:cxn modelId="{05A3F4B0-B89A-486F-9D45-4E14BB2BB7DC}" type="presOf" srcId="{F3FFF164-70E3-4BC2-96BC-B945A9BE6863}" destId="{CAFF96EE-C9AA-4C1F-9C3F-82D2F0C114DB}" srcOrd="1" destOrd="0" presId="urn:microsoft.com/office/officeart/2005/8/layout/process3"/>
    <dgm:cxn modelId="{51A831BD-D442-4963-8B98-1139BD4E80C2}" type="presOf" srcId="{78387806-F372-468C-988D-5AFEE5B300CC}" destId="{6418ADE0-D02B-4924-89AC-829F48DFBE55}" srcOrd="0" destOrd="0" presId="urn:microsoft.com/office/officeart/2005/8/layout/process3"/>
    <dgm:cxn modelId="{ED2EDCBD-D06A-4446-9AA1-AC1F32D952B9}" type="presOf" srcId="{97A1E3CF-713A-4D33-BA39-8809B91C2378}" destId="{97E88D90-370A-4A7E-84A4-702D234A145E}" srcOrd="0" destOrd="0" presId="urn:microsoft.com/office/officeart/2005/8/layout/process3"/>
    <dgm:cxn modelId="{E083D9C1-BF36-466D-9289-B678D0A05BE1}" type="presOf" srcId="{97A1E3CF-713A-4D33-BA39-8809B91C2378}" destId="{8D4BC28E-4044-4539-8D9C-87B74BBA5926}" srcOrd="1" destOrd="0" presId="urn:microsoft.com/office/officeart/2005/8/layout/process3"/>
    <dgm:cxn modelId="{E6CCE1CE-CD75-4F1C-96AF-D2DA90F54E82}" type="presOf" srcId="{28649458-FC69-46C9-B61B-AA9E6EF45335}" destId="{04036ABC-3989-4EA3-B41F-8084A7935375}" srcOrd="0" destOrd="0" presId="urn:microsoft.com/office/officeart/2005/8/layout/process3"/>
    <dgm:cxn modelId="{CA3FEEDF-FC5D-49FE-B7BD-62137AA721C0}" srcId="{28649458-FC69-46C9-B61B-AA9E6EF45335}" destId="{39A8A238-F311-4694-B8AF-B44394B40DD8}" srcOrd="1" destOrd="0" parTransId="{9308C1F8-4DB4-4CCD-967B-128E3AB25761}" sibTransId="{539E7704-48BE-4660-B0DF-64A4F09392B6}"/>
    <dgm:cxn modelId="{46636DE8-8F3B-47D5-AA55-8E0CC1EC7373}" type="presOf" srcId="{39A8A238-F311-4694-B8AF-B44394B40DD8}" destId="{E1842CCB-2EE6-4A84-A6A4-BB2B8230E83F}" srcOrd="0" destOrd="1" presId="urn:microsoft.com/office/officeart/2005/8/layout/process3"/>
    <dgm:cxn modelId="{FBB0B1E9-626C-4150-A88C-80E8291138D1}" srcId="{28649458-FC69-46C9-B61B-AA9E6EF45335}" destId="{C85234A6-FBDF-49D1-B707-0D7BE545B67D}" srcOrd="2" destOrd="0" parTransId="{517FEF7A-53A6-4625-A5B2-AA5242D0A3C1}" sibTransId="{C799676A-CD06-4849-A9D2-DA917EA50B83}"/>
    <dgm:cxn modelId="{1A9E0FEF-EA70-444C-937D-D314B14FA4CB}" type="presOf" srcId="{97E40A8F-BEC6-46B6-80D8-BB14E074A4CB}" destId="{6FD0A5C5-5585-4078-B78C-C2B84F0EA7FC}" srcOrd="0" destOrd="2" presId="urn:microsoft.com/office/officeart/2005/8/layout/process3"/>
    <dgm:cxn modelId="{196F80EC-0245-4AB0-A385-D47AEDCE475F}" type="presParOf" srcId="{74D0643D-308E-41D0-83DE-EF1E529E3FE8}" destId="{6D372718-44D3-4A09-B366-545A0F505D2C}" srcOrd="0" destOrd="0" presId="urn:microsoft.com/office/officeart/2005/8/layout/process3"/>
    <dgm:cxn modelId="{19BA766A-7462-4A14-8D72-3F7DAB792F66}" type="presParOf" srcId="{6D372718-44D3-4A09-B366-545A0F505D2C}" destId="{04036ABC-3989-4EA3-B41F-8084A7935375}" srcOrd="0" destOrd="0" presId="urn:microsoft.com/office/officeart/2005/8/layout/process3"/>
    <dgm:cxn modelId="{8826096A-FBCF-4014-BA84-EC93E1D70A52}" type="presParOf" srcId="{6D372718-44D3-4A09-B366-545A0F505D2C}" destId="{BB3FE22A-D782-4EA7-896F-98494B83BCB1}" srcOrd="1" destOrd="0" presId="urn:microsoft.com/office/officeart/2005/8/layout/process3"/>
    <dgm:cxn modelId="{CFF7D4AC-C6DB-4C5A-8434-738A8B776928}" type="presParOf" srcId="{6D372718-44D3-4A09-B366-545A0F505D2C}" destId="{E1842CCB-2EE6-4A84-A6A4-BB2B8230E83F}" srcOrd="2" destOrd="0" presId="urn:microsoft.com/office/officeart/2005/8/layout/process3"/>
    <dgm:cxn modelId="{E746E27F-82CF-4633-B454-1BC2FD253E6D}" type="presParOf" srcId="{74D0643D-308E-41D0-83DE-EF1E529E3FE8}" destId="{6418ADE0-D02B-4924-89AC-829F48DFBE55}" srcOrd="1" destOrd="0" presId="urn:microsoft.com/office/officeart/2005/8/layout/process3"/>
    <dgm:cxn modelId="{D9484624-FCDB-4641-AD05-377F7368B443}" type="presParOf" srcId="{6418ADE0-D02B-4924-89AC-829F48DFBE55}" destId="{E686E952-48CD-4B23-AD64-BE9A32C6A6F4}" srcOrd="0" destOrd="0" presId="urn:microsoft.com/office/officeart/2005/8/layout/process3"/>
    <dgm:cxn modelId="{9D547D80-FD82-4630-A4F6-3EF6B6C24DBB}" type="presParOf" srcId="{74D0643D-308E-41D0-83DE-EF1E529E3FE8}" destId="{998921AA-9C05-48A8-91A8-1945C1E0B8ED}" srcOrd="2" destOrd="0" presId="urn:microsoft.com/office/officeart/2005/8/layout/process3"/>
    <dgm:cxn modelId="{626BF2F7-0B56-4AD8-B4E5-795A573DBBAE}" type="presParOf" srcId="{998921AA-9C05-48A8-91A8-1945C1E0B8ED}" destId="{97E88D90-370A-4A7E-84A4-702D234A145E}" srcOrd="0" destOrd="0" presId="urn:microsoft.com/office/officeart/2005/8/layout/process3"/>
    <dgm:cxn modelId="{668AFA93-D925-4A41-8C32-102940664834}" type="presParOf" srcId="{998921AA-9C05-48A8-91A8-1945C1E0B8ED}" destId="{8D4BC28E-4044-4539-8D9C-87B74BBA5926}" srcOrd="1" destOrd="0" presId="urn:microsoft.com/office/officeart/2005/8/layout/process3"/>
    <dgm:cxn modelId="{2FB3AC08-EBA0-4138-9B11-4D2C327FCBA7}" type="presParOf" srcId="{998921AA-9C05-48A8-91A8-1945C1E0B8ED}" destId="{6FD0A5C5-5585-4078-B78C-C2B84F0EA7FC}" srcOrd="2" destOrd="0" presId="urn:microsoft.com/office/officeart/2005/8/layout/process3"/>
    <dgm:cxn modelId="{A12A0A13-65DE-4D3F-87A3-BF8C0460AE37}" type="presParOf" srcId="{74D0643D-308E-41D0-83DE-EF1E529E3FE8}" destId="{89BF16D4-9EAA-424F-AC06-34BFD011BC44}" srcOrd="3" destOrd="0" presId="urn:microsoft.com/office/officeart/2005/8/layout/process3"/>
    <dgm:cxn modelId="{60008F05-9D55-49F4-9E36-C6CA3267897A}" type="presParOf" srcId="{89BF16D4-9EAA-424F-AC06-34BFD011BC44}" destId="{CAFF96EE-C9AA-4C1F-9C3F-82D2F0C114DB}" srcOrd="0" destOrd="0" presId="urn:microsoft.com/office/officeart/2005/8/layout/process3"/>
    <dgm:cxn modelId="{6CB0D21A-D8D7-4425-8CEA-5384A8908223}" type="presParOf" srcId="{74D0643D-308E-41D0-83DE-EF1E529E3FE8}" destId="{6231EB81-4C57-45B9-A7DC-F3C3E814DC8D}" srcOrd="4" destOrd="0" presId="urn:microsoft.com/office/officeart/2005/8/layout/process3"/>
    <dgm:cxn modelId="{5ECD17CB-6354-4184-A511-BA068C60F162}" type="presParOf" srcId="{6231EB81-4C57-45B9-A7DC-F3C3E814DC8D}" destId="{7DACC834-89E4-4677-92A1-B9534CD03CE0}" srcOrd="0" destOrd="0" presId="urn:microsoft.com/office/officeart/2005/8/layout/process3"/>
    <dgm:cxn modelId="{F556084A-0E0A-4662-A1D4-D0DFB23E8151}" type="presParOf" srcId="{6231EB81-4C57-45B9-A7DC-F3C3E814DC8D}" destId="{BC91BF79-92A9-40C0-9FD4-57C24FEAAB72}" srcOrd="1" destOrd="0" presId="urn:microsoft.com/office/officeart/2005/8/layout/process3"/>
    <dgm:cxn modelId="{1A52447F-4ED7-4E8B-8400-E35ED73AA261}" type="presParOf" srcId="{6231EB81-4C57-45B9-A7DC-F3C3E814DC8D}" destId="{AB3B3118-1646-4D91-BB8F-92F2A4A24EF2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09D375-A514-4D52-AD7F-0C9FF525BB5A}">
      <dsp:nvSpPr>
        <dsp:cNvPr id="0" name=""/>
        <dsp:cNvSpPr/>
      </dsp:nvSpPr>
      <dsp:spPr>
        <a:xfrm>
          <a:off x="3953" y="688559"/>
          <a:ext cx="2377306" cy="864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Problema</a:t>
          </a:r>
        </a:p>
      </dsp:txBody>
      <dsp:txXfrm>
        <a:off x="3953" y="688559"/>
        <a:ext cx="2377306" cy="864000"/>
      </dsp:txXfrm>
    </dsp:sp>
    <dsp:sp modelId="{E3254905-B7C5-42C1-9570-490EC5EB2EE8}">
      <dsp:nvSpPr>
        <dsp:cNvPr id="0" name=""/>
        <dsp:cNvSpPr/>
      </dsp:nvSpPr>
      <dsp:spPr>
        <a:xfrm>
          <a:off x="3953" y="1552559"/>
          <a:ext cx="2377306" cy="211021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dirty="0"/>
            <a:t>¿Qué se desea resolver?</a:t>
          </a:r>
          <a:endParaRPr lang="es-ES" sz="3000" kern="1200" dirty="0"/>
        </a:p>
      </dsp:txBody>
      <dsp:txXfrm>
        <a:off x="3953" y="1552559"/>
        <a:ext cx="2377306" cy="2110218"/>
      </dsp:txXfrm>
    </dsp:sp>
    <dsp:sp modelId="{AAC3C470-EF66-43F0-ACE0-50F6A0B65C8C}">
      <dsp:nvSpPr>
        <dsp:cNvPr id="0" name=""/>
        <dsp:cNvSpPr/>
      </dsp:nvSpPr>
      <dsp:spPr>
        <a:xfrm>
          <a:off x="2714082" y="688559"/>
          <a:ext cx="2377306" cy="864000"/>
        </a:xfrm>
        <a:prstGeom prst="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Propuesta</a:t>
          </a:r>
        </a:p>
      </dsp:txBody>
      <dsp:txXfrm>
        <a:off x="2714082" y="688559"/>
        <a:ext cx="2377306" cy="864000"/>
      </dsp:txXfrm>
    </dsp:sp>
    <dsp:sp modelId="{D8D3709D-2082-4ED8-95EA-E6D50F5549E9}">
      <dsp:nvSpPr>
        <dsp:cNvPr id="0" name=""/>
        <dsp:cNvSpPr/>
      </dsp:nvSpPr>
      <dsp:spPr>
        <a:xfrm>
          <a:off x="2714082" y="1552559"/>
          <a:ext cx="2377306" cy="2110218"/>
        </a:xfrm>
        <a:prstGeom prst="rect">
          <a:avLst/>
        </a:prstGeom>
        <a:solidFill>
          <a:schemeClr val="accent5">
            <a:tint val="40000"/>
            <a:alpha val="90000"/>
            <a:hueOff val="-2463918"/>
            <a:satOff val="-4272"/>
            <a:lumOff val="-43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463918"/>
              <a:satOff val="-4272"/>
              <a:lumOff val="-4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dirty="0"/>
            <a:t>¿Qué se propone para resolver?</a:t>
          </a:r>
          <a:endParaRPr lang="es-ES" sz="3000" kern="1200" dirty="0"/>
        </a:p>
      </dsp:txBody>
      <dsp:txXfrm>
        <a:off x="2714082" y="1552559"/>
        <a:ext cx="2377306" cy="2110218"/>
      </dsp:txXfrm>
    </dsp:sp>
    <dsp:sp modelId="{93FAFAF4-9703-40EE-A9BB-2982412E6BE7}">
      <dsp:nvSpPr>
        <dsp:cNvPr id="0" name=""/>
        <dsp:cNvSpPr/>
      </dsp:nvSpPr>
      <dsp:spPr>
        <a:xfrm>
          <a:off x="5424211" y="688559"/>
          <a:ext cx="2377306" cy="864000"/>
        </a:xfrm>
        <a:prstGeom prst="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Técnica</a:t>
          </a:r>
        </a:p>
      </dsp:txBody>
      <dsp:txXfrm>
        <a:off x="5424211" y="688559"/>
        <a:ext cx="2377306" cy="864000"/>
      </dsp:txXfrm>
    </dsp:sp>
    <dsp:sp modelId="{38227DFF-EEE7-4C6E-A7C8-EB411697F79B}">
      <dsp:nvSpPr>
        <dsp:cNvPr id="0" name=""/>
        <dsp:cNvSpPr/>
      </dsp:nvSpPr>
      <dsp:spPr>
        <a:xfrm>
          <a:off x="5424211" y="1552559"/>
          <a:ext cx="2377306" cy="2110218"/>
        </a:xfrm>
        <a:prstGeom prst="rect">
          <a:avLst/>
        </a:prstGeom>
        <a:solidFill>
          <a:schemeClr val="accent5">
            <a:tint val="40000"/>
            <a:alpha val="90000"/>
            <a:hueOff val="-4927837"/>
            <a:satOff val="-8544"/>
            <a:lumOff val="-85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927837"/>
              <a:satOff val="-8544"/>
              <a:lumOff val="-8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dirty="0"/>
            <a:t>¿Con qué se pretende resolver? </a:t>
          </a:r>
          <a:endParaRPr lang="es-ES" sz="3000" kern="1200" dirty="0"/>
        </a:p>
      </dsp:txBody>
      <dsp:txXfrm>
        <a:off x="5424211" y="1552559"/>
        <a:ext cx="2377306" cy="2110218"/>
      </dsp:txXfrm>
    </dsp:sp>
    <dsp:sp modelId="{80C7A7C6-3307-4816-A302-45DDDED3B4CE}">
      <dsp:nvSpPr>
        <dsp:cNvPr id="0" name=""/>
        <dsp:cNvSpPr/>
      </dsp:nvSpPr>
      <dsp:spPr>
        <a:xfrm>
          <a:off x="8134340" y="688559"/>
          <a:ext cx="2377306" cy="864000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 dirty="0"/>
            <a:t>Escenario</a:t>
          </a:r>
        </a:p>
      </dsp:txBody>
      <dsp:txXfrm>
        <a:off x="8134340" y="688559"/>
        <a:ext cx="2377306" cy="864000"/>
      </dsp:txXfrm>
    </dsp:sp>
    <dsp:sp modelId="{23CBFD23-2E6A-4FE8-8423-BFAB96D1263C}">
      <dsp:nvSpPr>
        <dsp:cNvPr id="0" name=""/>
        <dsp:cNvSpPr/>
      </dsp:nvSpPr>
      <dsp:spPr>
        <a:xfrm>
          <a:off x="8134340" y="1552559"/>
          <a:ext cx="2377306" cy="2110218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000" kern="1200" dirty="0"/>
            <a:t>¿Dónde ocurre el problema? </a:t>
          </a:r>
          <a:endParaRPr lang="es-ES" sz="3000" kern="1200" dirty="0"/>
        </a:p>
      </dsp:txBody>
      <dsp:txXfrm>
        <a:off x="8134340" y="1552559"/>
        <a:ext cx="2377306" cy="21102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DC15B-92C7-4CC2-8194-F54624C87206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Problema</a:t>
          </a:r>
        </a:p>
      </dsp:txBody>
      <dsp:txXfrm rot="-5400000">
        <a:off x="1" y="419726"/>
        <a:ext cx="838822" cy="359495"/>
      </dsp:txXfrm>
    </dsp:sp>
    <dsp:sp modelId="{B1CC2CC7-2CA0-4447-9A05-942A4A03E2C3}">
      <dsp:nvSpPr>
        <dsp:cNvPr id="0" name=""/>
        <dsp:cNvSpPr/>
      </dsp:nvSpPr>
      <dsp:spPr>
        <a:xfrm rot="5400000">
          <a:off x="5287757" y="-4448620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Debe presentar interés por algún sector empresarial, gubernamental, social, entre otros (importancia).</a:t>
          </a:r>
          <a:endParaRPr lang="es-ES" sz="2300" kern="1200" dirty="0"/>
        </a:p>
      </dsp:txBody>
      <dsp:txXfrm rot="-5400000">
        <a:off x="838822" y="38338"/>
        <a:ext cx="9638754" cy="702860"/>
      </dsp:txXfrm>
    </dsp:sp>
    <dsp:sp modelId="{F083C9B6-77EB-4094-9374-50A4C3804B14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Propuesta</a:t>
          </a:r>
        </a:p>
      </dsp:txBody>
      <dsp:txXfrm rot="-5400000">
        <a:off x="1" y="1470522"/>
        <a:ext cx="838822" cy="359495"/>
      </dsp:txXfrm>
    </dsp:sp>
    <dsp:sp modelId="{75A2EC88-AA67-4DD5-BF7C-482A85BE6F08}">
      <dsp:nvSpPr>
        <dsp:cNvPr id="0" name=""/>
        <dsp:cNvSpPr/>
      </dsp:nvSpPr>
      <dsp:spPr>
        <a:xfrm rot="5400000">
          <a:off x="5287757" y="-3397823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La propuesta debe corresponder a la aplicación de un conocimiento de Ingeniería de Sistemas de </a:t>
          </a:r>
          <a:r>
            <a:rPr lang="es-MX" sz="2300" kern="1200" dirty="0" err="1"/>
            <a:t>Informacion</a:t>
          </a:r>
          <a:r>
            <a:rPr lang="es-MX" sz="2300" kern="1200" dirty="0"/>
            <a:t>.</a:t>
          </a:r>
          <a:endParaRPr lang="es-ES" sz="2300" kern="1200" dirty="0"/>
        </a:p>
      </dsp:txBody>
      <dsp:txXfrm rot="-5400000">
        <a:off x="838822" y="1089135"/>
        <a:ext cx="9638754" cy="702860"/>
      </dsp:txXfrm>
    </dsp:sp>
    <dsp:sp modelId="{F55F6D0B-5AFF-4523-AB8E-5B17F2114770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Técnica</a:t>
          </a:r>
        </a:p>
      </dsp:txBody>
      <dsp:txXfrm rot="-5400000">
        <a:off x="1" y="2521319"/>
        <a:ext cx="838822" cy="359495"/>
      </dsp:txXfrm>
    </dsp:sp>
    <dsp:sp modelId="{0AB7F916-BEDC-43B0-BC8B-4D2B4242BC92}">
      <dsp:nvSpPr>
        <dsp:cNvPr id="0" name=""/>
        <dsp:cNvSpPr/>
      </dsp:nvSpPr>
      <dsp:spPr>
        <a:xfrm rot="5400000">
          <a:off x="5287757" y="-2347027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La técnica debe corresponder al área del programa. También se puede usar técnicas de otra área, pero se requiere adaptarla al área del programa.</a:t>
          </a:r>
          <a:endParaRPr lang="es-ES" sz="2300" kern="1200" dirty="0"/>
        </a:p>
      </dsp:txBody>
      <dsp:txXfrm rot="-5400000">
        <a:off x="838822" y="2139931"/>
        <a:ext cx="9638754" cy="702860"/>
      </dsp:txXfrm>
    </dsp:sp>
    <dsp:sp modelId="{2B7ACABE-1234-4EA7-B023-C641D1A7FCE0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Escenario</a:t>
          </a:r>
        </a:p>
      </dsp:txBody>
      <dsp:txXfrm rot="-5400000">
        <a:off x="1" y="3572115"/>
        <a:ext cx="838822" cy="359495"/>
      </dsp:txXfrm>
    </dsp:sp>
    <dsp:sp modelId="{7D2E027F-739B-486E-8BEA-1A0E32A66EBD}">
      <dsp:nvSpPr>
        <dsp:cNvPr id="0" name=""/>
        <dsp:cNvSpPr/>
      </dsp:nvSpPr>
      <dsp:spPr>
        <a:xfrm rot="5400000">
          <a:off x="5287757" y="-1296230"/>
          <a:ext cx="778906" cy="967677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2300" kern="1200" dirty="0"/>
            <a:t>El escenario debe ser representativo.</a:t>
          </a:r>
          <a:endParaRPr lang="es-ES" sz="2300" kern="1200" dirty="0"/>
        </a:p>
      </dsp:txBody>
      <dsp:txXfrm rot="-5400000">
        <a:off x="838822" y="3190728"/>
        <a:ext cx="9638754" cy="702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D139D-9F7F-423C-AE6D-3EE1C6824A65}">
      <dsp:nvSpPr>
        <dsp:cNvPr id="0" name=""/>
        <dsp:cNvSpPr/>
      </dsp:nvSpPr>
      <dsp:spPr>
        <a:xfrm rot="10800000">
          <a:off x="0" y="0"/>
          <a:ext cx="6450818" cy="915363"/>
        </a:xfrm>
        <a:prstGeom prst="trapezoid">
          <a:avLst>
            <a:gd name="adj" fmla="val 7047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 Contexto</a:t>
          </a:r>
        </a:p>
      </dsp:txBody>
      <dsp:txXfrm rot="-10800000">
        <a:off x="1128893" y="0"/>
        <a:ext cx="4193031" cy="915363"/>
      </dsp:txXfrm>
    </dsp:sp>
    <dsp:sp modelId="{D984E5E8-1085-405B-A2BA-5F6AAD0E1724}">
      <dsp:nvSpPr>
        <dsp:cNvPr id="0" name=""/>
        <dsp:cNvSpPr/>
      </dsp:nvSpPr>
      <dsp:spPr>
        <a:xfrm rot="10800000">
          <a:off x="645081" y="915363"/>
          <a:ext cx="5160654" cy="915363"/>
        </a:xfrm>
        <a:prstGeom prst="trapezoid">
          <a:avLst>
            <a:gd name="adj" fmla="val 70473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 Objeto de Estudio</a:t>
          </a:r>
        </a:p>
      </dsp:txBody>
      <dsp:txXfrm rot="-10800000">
        <a:off x="1548196" y="915363"/>
        <a:ext cx="3354425" cy="915363"/>
      </dsp:txXfrm>
    </dsp:sp>
    <dsp:sp modelId="{7F09EF59-1E5E-439D-860A-625AC8D6CB87}">
      <dsp:nvSpPr>
        <dsp:cNvPr id="0" name=""/>
        <dsp:cNvSpPr/>
      </dsp:nvSpPr>
      <dsp:spPr>
        <a:xfrm rot="10800000">
          <a:off x="1290163" y="1830727"/>
          <a:ext cx="3870490" cy="915363"/>
        </a:xfrm>
        <a:prstGeom prst="trapezoid">
          <a:avLst>
            <a:gd name="adj" fmla="val 70473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 Esfuerzos Previos</a:t>
          </a:r>
        </a:p>
      </dsp:txBody>
      <dsp:txXfrm rot="-10800000">
        <a:off x="1967499" y="1830727"/>
        <a:ext cx="2515819" cy="915363"/>
      </dsp:txXfrm>
    </dsp:sp>
    <dsp:sp modelId="{A462A30D-FE4D-43B5-BEBE-D22F08713950}">
      <dsp:nvSpPr>
        <dsp:cNvPr id="0" name=""/>
        <dsp:cNvSpPr/>
      </dsp:nvSpPr>
      <dsp:spPr>
        <a:xfrm rot="10800000">
          <a:off x="1935245" y="2746091"/>
          <a:ext cx="2580327" cy="915363"/>
        </a:xfrm>
        <a:prstGeom prst="trapezoid">
          <a:avLst>
            <a:gd name="adj" fmla="val 70473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 Problema</a:t>
          </a:r>
        </a:p>
      </dsp:txBody>
      <dsp:txXfrm rot="-10800000">
        <a:off x="2386802" y="2746091"/>
        <a:ext cx="1677212" cy="915363"/>
      </dsp:txXfrm>
    </dsp:sp>
    <dsp:sp modelId="{2AE56CD3-F66F-429A-8322-F4FE1AFCAB37}">
      <dsp:nvSpPr>
        <dsp:cNvPr id="0" name=""/>
        <dsp:cNvSpPr/>
      </dsp:nvSpPr>
      <dsp:spPr>
        <a:xfrm rot="10800000">
          <a:off x="2580327" y="3661455"/>
          <a:ext cx="1290163" cy="915363"/>
        </a:xfrm>
        <a:prstGeom prst="trapezoid">
          <a:avLst>
            <a:gd name="adj" fmla="val 70473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Organización</a:t>
          </a:r>
        </a:p>
      </dsp:txBody>
      <dsp:txXfrm rot="-10800000">
        <a:off x="2580327" y="3661455"/>
        <a:ext cx="1290163" cy="9153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7EA63-CAA1-4EBB-B1BA-4760BFA5EC2F}">
      <dsp:nvSpPr>
        <dsp:cNvPr id="0" name=""/>
        <dsp:cNvSpPr/>
      </dsp:nvSpPr>
      <dsp:spPr>
        <a:xfrm>
          <a:off x="0" y="530918"/>
          <a:ext cx="10515600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08152" rIns="81612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2400" kern="1200" dirty="0"/>
            <a:t>Describir aspectos del contexto o escenario que puedan haber cambiado y que influyan sobre el problema.</a:t>
          </a:r>
          <a:endParaRPr lang="es-ES" sz="2400" kern="1200" dirty="0"/>
        </a:p>
      </dsp:txBody>
      <dsp:txXfrm>
        <a:off x="0" y="530918"/>
        <a:ext cx="10515600" cy="1552950"/>
      </dsp:txXfrm>
    </dsp:sp>
    <dsp:sp modelId="{CFC1E914-DBEF-4942-A157-1061D98052EA}">
      <dsp:nvSpPr>
        <dsp:cNvPr id="0" name=""/>
        <dsp:cNvSpPr/>
      </dsp:nvSpPr>
      <dsp:spPr>
        <a:xfrm>
          <a:off x="525780" y="29078"/>
          <a:ext cx="7360920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Contexto</a:t>
          </a:r>
          <a:endParaRPr lang="es-ES" sz="2400" kern="1200" dirty="0"/>
        </a:p>
      </dsp:txBody>
      <dsp:txXfrm>
        <a:off x="574776" y="78074"/>
        <a:ext cx="7262928" cy="905688"/>
      </dsp:txXfrm>
    </dsp:sp>
    <dsp:sp modelId="{5FB2280B-15F4-4E07-A189-D3C9CBF7BADA}">
      <dsp:nvSpPr>
        <dsp:cNvPr id="0" name=""/>
        <dsp:cNvSpPr/>
      </dsp:nvSpPr>
      <dsp:spPr>
        <a:xfrm>
          <a:off x="0" y="2769309"/>
          <a:ext cx="10515600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08152" rIns="816127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2400" kern="1200" dirty="0"/>
            <a:t>Describir esfuerzos y estudios previos para resolver el problema de estudio.</a:t>
          </a:r>
          <a:endParaRPr lang="es-ES" sz="2400" kern="1200" dirty="0"/>
        </a:p>
      </dsp:txBody>
      <dsp:txXfrm>
        <a:off x="0" y="2769309"/>
        <a:ext cx="10515600" cy="1552950"/>
      </dsp:txXfrm>
    </dsp:sp>
    <dsp:sp modelId="{B821B25B-1421-4AE0-B666-B579218F021C}">
      <dsp:nvSpPr>
        <dsp:cNvPr id="0" name=""/>
        <dsp:cNvSpPr/>
      </dsp:nvSpPr>
      <dsp:spPr>
        <a:xfrm>
          <a:off x="525780" y="2267469"/>
          <a:ext cx="7360920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Estudios Previos</a:t>
          </a:r>
        </a:p>
      </dsp:txBody>
      <dsp:txXfrm>
        <a:off x="574776" y="2316465"/>
        <a:ext cx="7262928" cy="9056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83469B-4E20-4841-A634-747344146846}">
      <dsp:nvSpPr>
        <dsp:cNvPr id="0" name=""/>
        <dsp:cNvSpPr/>
      </dsp:nvSpPr>
      <dsp:spPr>
        <a:xfrm>
          <a:off x="4298" y="295955"/>
          <a:ext cx="2502077" cy="1000831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noProof="0" dirty="0"/>
            <a:t>Analizar</a:t>
          </a:r>
        </a:p>
      </dsp:txBody>
      <dsp:txXfrm>
        <a:off x="504714" y="295955"/>
        <a:ext cx="1501246" cy="1000831"/>
      </dsp:txXfrm>
    </dsp:sp>
    <dsp:sp modelId="{9DFABD8A-10EA-4F4B-B0D8-D9EDE2B87143}">
      <dsp:nvSpPr>
        <dsp:cNvPr id="0" name=""/>
        <dsp:cNvSpPr/>
      </dsp:nvSpPr>
      <dsp:spPr>
        <a:xfrm>
          <a:off x="2256168" y="295955"/>
          <a:ext cx="2502077" cy="1000831"/>
        </a:xfrm>
        <a:prstGeom prst="chevron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Diseñar</a:t>
          </a:r>
        </a:p>
      </dsp:txBody>
      <dsp:txXfrm>
        <a:off x="2756584" y="295955"/>
        <a:ext cx="1501246" cy="1000831"/>
      </dsp:txXfrm>
    </dsp:sp>
    <dsp:sp modelId="{6B2AA6A1-B635-4D85-A5E9-7BB85864FEDE}">
      <dsp:nvSpPr>
        <dsp:cNvPr id="0" name=""/>
        <dsp:cNvSpPr/>
      </dsp:nvSpPr>
      <dsp:spPr>
        <a:xfrm>
          <a:off x="4508038" y="295955"/>
          <a:ext cx="2502077" cy="1000831"/>
        </a:xfrm>
        <a:prstGeom prst="chevron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Desarrollar Y Validar</a:t>
          </a:r>
        </a:p>
      </dsp:txBody>
      <dsp:txXfrm>
        <a:off x="5008454" y="295955"/>
        <a:ext cx="1501246" cy="1000831"/>
      </dsp:txXfrm>
    </dsp:sp>
    <dsp:sp modelId="{B175DA60-6933-488C-9D18-875476D38CA4}">
      <dsp:nvSpPr>
        <dsp:cNvPr id="0" name=""/>
        <dsp:cNvSpPr/>
      </dsp:nvSpPr>
      <dsp:spPr>
        <a:xfrm>
          <a:off x="6759908" y="295955"/>
          <a:ext cx="2502077" cy="1000831"/>
        </a:xfrm>
        <a:prstGeom prst="chevron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Plan de Continuidad</a:t>
          </a:r>
        </a:p>
      </dsp:txBody>
      <dsp:txXfrm>
        <a:off x="7260324" y="295955"/>
        <a:ext cx="1501246" cy="10008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4ACAE-8940-469B-BD33-BFBB4356F2D8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>
              <a:latin typeface="Helvetica Neue"/>
            </a:rPr>
            <a:t>Ayuda a  prevenir errores  que se han  cometido en  otros estudios</a:t>
          </a:r>
          <a:endParaRPr lang="es-ES" sz="2600" kern="1200" dirty="0"/>
        </a:p>
      </dsp:txBody>
      <dsp:txXfrm>
        <a:off x="0" y="39687"/>
        <a:ext cx="3286125" cy="1971675"/>
      </dsp:txXfrm>
    </dsp:sp>
    <dsp:sp modelId="{4EEF8154-E892-4BA5-9857-1D05FA166B33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>
              <a:latin typeface="Helvetica Neue"/>
            </a:rPr>
            <a:t>Orienta sobre  cómo habrá de  realizarse el  estudio</a:t>
          </a:r>
          <a:endParaRPr lang="es-ES" sz="2600" kern="1200" dirty="0"/>
        </a:p>
      </dsp:txBody>
      <dsp:txXfrm>
        <a:off x="3614737" y="39687"/>
        <a:ext cx="3286125" cy="1971675"/>
      </dsp:txXfrm>
    </dsp:sp>
    <dsp:sp modelId="{BB7E72F7-AC63-4ED0-8508-3A78AEEFDC34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>
              <a:latin typeface="Helvetica Neue"/>
            </a:rPr>
            <a:t>Amplía el horizonte  del estudio y guía al  investigador para  que se centre en su  problema</a:t>
          </a:r>
          <a:endParaRPr lang="es-ES" sz="2600" kern="1200" dirty="0"/>
        </a:p>
      </dsp:txBody>
      <dsp:txXfrm>
        <a:off x="7229475" y="39687"/>
        <a:ext cx="3286125" cy="1971675"/>
      </dsp:txXfrm>
    </dsp:sp>
    <dsp:sp modelId="{FC34D2B7-7008-4FB3-9944-705D581DA189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>
              <a:latin typeface="Helvetica Neue"/>
            </a:rPr>
            <a:t>Conduce al  establecimiento de  hipótesis</a:t>
          </a:r>
          <a:endParaRPr lang="es-ES" sz="2600" kern="1200" dirty="0"/>
        </a:p>
      </dsp:txBody>
      <dsp:txXfrm>
        <a:off x="0" y="2339975"/>
        <a:ext cx="3286125" cy="1971675"/>
      </dsp:txXfrm>
    </dsp:sp>
    <dsp:sp modelId="{3BFB006C-A72A-491D-9D45-19A3312068AF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>
              <a:latin typeface="Helvetica Neue"/>
            </a:rPr>
            <a:t>Inspira nuevas  líneas y áreas de  investigación.</a:t>
          </a:r>
          <a:endParaRPr lang="es-ES" sz="2600" kern="1200" dirty="0"/>
        </a:p>
      </dsp:txBody>
      <dsp:txXfrm>
        <a:off x="3614737" y="2339975"/>
        <a:ext cx="3286125" cy="1971675"/>
      </dsp:txXfrm>
    </dsp:sp>
    <dsp:sp modelId="{A83E0701-2D2C-457D-8B1A-F03F0212DCF6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>
              <a:latin typeface="Helvetica Neue"/>
            </a:rPr>
            <a:t>Provee de un  marco de  referencia para  interpretar los  resultados del  estudio.</a:t>
          </a:r>
          <a:endParaRPr lang="es-PE" sz="2600" kern="1200" dirty="0"/>
        </a:p>
      </dsp:txBody>
      <dsp:txXfrm>
        <a:off x="7229475" y="2339975"/>
        <a:ext cx="3286125" cy="19716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FE22A-D782-4EA7-896F-98494B83BCB1}">
      <dsp:nvSpPr>
        <dsp:cNvPr id="0" name=""/>
        <dsp:cNvSpPr/>
      </dsp:nvSpPr>
      <dsp:spPr>
        <a:xfrm>
          <a:off x="5230" y="1288288"/>
          <a:ext cx="2378024" cy="13996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Industria y Procesos de Negocio</a:t>
          </a:r>
        </a:p>
      </dsp:txBody>
      <dsp:txXfrm>
        <a:off x="5230" y="1288288"/>
        <a:ext cx="2378024" cy="933108"/>
      </dsp:txXfrm>
    </dsp:sp>
    <dsp:sp modelId="{E1842CCB-2EE6-4A84-A6A4-BB2B8230E83F}">
      <dsp:nvSpPr>
        <dsp:cNvPr id="0" name=""/>
        <dsp:cNvSpPr/>
      </dsp:nvSpPr>
      <dsp:spPr>
        <a:xfrm>
          <a:off x="492295" y="2507001"/>
          <a:ext cx="2378024" cy="181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Conceptos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Teorías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Métodos</a:t>
          </a:r>
        </a:p>
      </dsp:txBody>
      <dsp:txXfrm>
        <a:off x="545437" y="2560143"/>
        <a:ext cx="2271740" cy="1708116"/>
      </dsp:txXfrm>
    </dsp:sp>
    <dsp:sp modelId="{6418ADE0-D02B-4924-89AC-829F48DFBE55}">
      <dsp:nvSpPr>
        <dsp:cNvPr id="0" name=""/>
        <dsp:cNvSpPr/>
      </dsp:nvSpPr>
      <dsp:spPr>
        <a:xfrm>
          <a:off x="2743754" y="1458812"/>
          <a:ext cx="764259" cy="592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200" kern="1200"/>
        </a:p>
      </dsp:txBody>
      <dsp:txXfrm>
        <a:off x="2743754" y="1577224"/>
        <a:ext cx="586641" cy="355235"/>
      </dsp:txXfrm>
    </dsp:sp>
    <dsp:sp modelId="{8D4BC28E-4044-4539-8D9C-87B74BBA5926}">
      <dsp:nvSpPr>
        <dsp:cNvPr id="0" name=""/>
        <dsp:cNvSpPr/>
      </dsp:nvSpPr>
      <dsp:spPr>
        <a:xfrm>
          <a:off x="3825254" y="1288288"/>
          <a:ext cx="2378024" cy="1399663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Ingeniería de Sistemas</a:t>
          </a:r>
        </a:p>
      </dsp:txBody>
      <dsp:txXfrm>
        <a:off x="3825254" y="1288288"/>
        <a:ext cx="2378024" cy="933108"/>
      </dsp:txXfrm>
    </dsp:sp>
    <dsp:sp modelId="{6FD0A5C5-5585-4078-B78C-C2B84F0EA7FC}">
      <dsp:nvSpPr>
        <dsp:cNvPr id="0" name=""/>
        <dsp:cNvSpPr/>
      </dsp:nvSpPr>
      <dsp:spPr>
        <a:xfrm>
          <a:off x="4312320" y="2507001"/>
          <a:ext cx="2378024" cy="181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Conceptos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Métodos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Técnicas</a:t>
          </a:r>
        </a:p>
      </dsp:txBody>
      <dsp:txXfrm>
        <a:off x="4365462" y="2560143"/>
        <a:ext cx="2271740" cy="1708116"/>
      </dsp:txXfrm>
    </dsp:sp>
    <dsp:sp modelId="{89BF16D4-9EAA-424F-AC06-34BFD011BC44}">
      <dsp:nvSpPr>
        <dsp:cNvPr id="0" name=""/>
        <dsp:cNvSpPr/>
      </dsp:nvSpPr>
      <dsp:spPr>
        <a:xfrm>
          <a:off x="6563779" y="1458812"/>
          <a:ext cx="764259" cy="592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200" kern="1200"/>
        </a:p>
      </dsp:txBody>
      <dsp:txXfrm>
        <a:off x="6563779" y="1577224"/>
        <a:ext cx="586641" cy="355235"/>
      </dsp:txXfrm>
    </dsp:sp>
    <dsp:sp modelId="{BC91BF79-92A9-40C0-9FD4-57C24FEAAB72}">
      <dsp:nvSpPr>
        <dsp:cNvPr id="0" name=""/>
        <dsp:cNvSpPr/>
      </dsp:nvSpPr>
      <dsp:spPr>
        <a:xfrm>
          <a:off x="7645279" y="1288288"/>
          <a:ext cx="2378024" cy="1399663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Cumplimiento Normativo</a:t>
          </a:r>
        </a:p>
      </dsp:txBody>
      <dsp:txXfrm>
        <a:off x="7645279" y="1288288"/>
        <a:ext cx="2378024" cy="933108"/>
      </dsp:txXfrm>
    </dsp:sp>
    <dsp:sp modelId="{AB3B3118-1646-4D91-BB8F-92F2A4A24EF2}">
      <dsp:nvSpPr>
        <dsp:cNvPr id="0" name=""/>
        <dsp:cNvSpPr/>
      </dsp:nvSpPr>
      <dsp:spPr>
        <a:xfrm>
          <a:off x="8132345" y="2507001"/>
          <a:ext cx="2378024" cy="181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800" kern="1200" dirty="0"/>
            <a:t>Normas y Leyes</a:t>
          </a:r>
        </a:p>
      </dsp:txBody>
      <dsp:txXfrm>
        <a:off x="8185487" y="2560143"/>
        <a:ext cx="2271740" cy="1708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F594D-7107-4167-B182-6CAE49B9AFF9}" type="datetimeFigureOut">
              <a:rPr lang="en-GB" smtClean="0"/>
              <a:t>07/04/2026</a:t>
            </a:fld>
            <a:endParaRPr lang="en-GB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1DB84-451D-426B-A1DA-27788E09D6F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590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Trazabilidad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1DB84-451D-426B-A1DA-27788E09D6FC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833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Trazabilidad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1DB84-451D-426B-A1DA-27788E09D6FC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3463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7" t="21265" r="10732" b="33640"/>
          <a:stretch/>
        </p:blipFill>
        <p:spPr bwMode="auto">
          <a:xfrm>
            <a:off x="0" y="0"/>
            <a:ext cx="1220263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930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1950" y="6547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</a:t>
            </a:r>
            <a:endParaRPr lang="es-PE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7" t="21265" r="10732" b="69540"/>
          <a:stretch/>
        </p:blipFill>
        <p:spPr bwMode="auto">
          <a:xfrm>
            <a:off x="0" y="1"/>
            <a:ext cx="12202632" cy="135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9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18" name="Picture 5" descr="C:\Users\ftriveno\Desktop\logo-upc1 (1).png"/>
          <p:cNvPicPr>
            <a:picLocks noChangeAspect="1" noChangeArrowheads="1"/>
          </p:cNvPicPr>
          <p:nvPr userDrawn="1"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119" y="238528"/>
            <a:ext cx="4748336" cy="1187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260"/>
          <a:stretch/>
        </p:blipFill>
        <p:spPr bwMode="auto">
          <a:xfrm>
            <a:off x="-22225" y="-44451"/>
            <a:ext cx="12214225" cy="692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444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3999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3676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884"/>
          <a:stretch/>
        </p:blipFill>
        <p:spPr bwMode="auto">
          <a:xfrm>
            <a:off x="-22225" y="1"/>
            <a:ext cx="12214225" cy="686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30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2689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593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058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0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5974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7745F-F371-4A25-8CEC-C349CD1841E7}" type="datetimeFigureOut">
              <a:rPr lang="es-PE" smtClean="0"/>
              <a:t>7/04/2026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8810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898679" y="2540645"/>
            <a:ext cx="9943492" cy="105886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s-PE" sz="6000" dirty="0">
                <a:solidFill>
                  <a:schemeClr val="bg1"/>
                </a:solidFill>
                <a:latin typeface="Solano Gothic MVB Std Cap" panose="02000506030000020004" pitchFamily="50" charset="0"/>
                <a:cs typeface="MS PGothic" charset="0"/>
              </a:rPr>
              <a:t>Inicio del proyecto</a:t>
            </a:r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898679" y="3599508"/>
            <a:ext cx="9029092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s-PE" sz="4000" dirty="0">
                <a:solidFill>
                  <a:schemeClr val="bg1"/>
                </a:solidFill>
                <a:latin typeface="Solano Gothic MVB Std Cap" panose="02000506030000020004" pitchFamily="50" charset="0"/>
                <a:cs typeface="MS PGothic" charset="0"/>
              </a:rPr>
              <a:t>Definición del proyecto &amp; Marco teórico</a:t>
            </a: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898679" y="4284617"/>
            <a:ext cx="7871767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endParaRPr lang="es-PE" dirty="0">
              <a:solidFill>
                <a:schemeClr val="bg1"/>
              </a:solidFill>
              <a:cs typeface="MS PGothic" charset="0"/>
            </a:endParaRPr>
          </a:p>
        </p:txBody>
      </p:sp>
      <p:sp>
        <p:nvSpPr>
          <p:cNvPr id="7" name="2 Subtítulo"/>
          <p:cNvSpPr txBox="1">
            <a:spLocks/>
          </p:cNvSpPr>
          <p:nvPr/>
        </p:nvSpPr>
        <p:spPr>
          <a:xfrm>
            <a:off x="898679" y="4969726"/>
            <a:ext cx="7871767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endParaRPr lang="es-PE" sz="2400" dirty="0">
              <a:solidFill>
                <a:schemeClr val="bg1"/>
              </a:solidFill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697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E" dirty="0"/>
              <a:t>Definición</a:t>
            </a:r>
            <a:r>
              <a:rPr lang="en-US" dirty="0"/>
              <a:t> </a:t>
            </a:r>
            <a:r>
              <a:rPr lang="es-PE" dirty="0"/>
              <a:t>del Tema</a:t>
            </a:r>
          </a:p>
          <a:p>
            <a:r>
              <a:rPr lang="es-PE" dirty="0"/>
              <a:t>Descripción del Proyecto:</a:t>
            </a:r>
          </a:p>
          <a:p>
            <a:pPr lvl="1"/>
            <a:r>
              <a:rPr lang="es-PE" dirty="0"/>
              <a:t>Antecedentes</a:t>
            </a:r>
          </a:p>
          <a:p>
            <a:pPr lvl="1"/>
            <a:r>
              <a:rPr lang="es-PE" dirty="0"/>
              <a:t>Descripción de la Organización</a:t>
            </a:r>
          </a:p>
          <a:p>
            <a:pPr lvl="1"/>
            <a:r>
              <a:rPr lang="es-PE" dirty="0"/>
              <a:t>Análisis</a:t>
            </a:r>
            <a:r>
              <a:rPr lang="en-US" dirty="0"/>
              <a:t> del </a:t>
            </a:r>
            <a:r>
              <a:rPr lang="es-PE" dirty="0"/>
              <a:t>Problema</a:t>
            </a:r>
          </a:p>
          <a:p>
            <a:pPr lvl="1"/>
            <a:r>
              <a:rPr lang="es-PE" dirty="0"/>
              <a:t>Objetivos</a:t>
            </a:r>
          </a:p>
          <a:p>
            <a:pPr lvl="1"/>
            <a:r>
              <a:rPr lang="es-PE" dirty="0"/>
              <a:t>Indicadores de Éxito</a:t>
            </a:r>
          </a:p>
          <a:p>
            <a:r>
              <a:rPr lang="es-PE" dirty="0"/>
              <a:t>Matriz de Consistencia</a:t>
            </a:r>
          </a:p>
          <a:p>
            <a:r>
              <a:rPr lang="en-US" dirty="0"/>
              <a:t>Student Outcomes</a:t>
            </a:r>
            <a:endParaRPr lang="es-PE" dirty="0"/>
          </a:p>
          <a:p>
            <a:r>
              <a:rPr lang="en-US" dirty="0"/>
              <a:t>Marco </a:t>
            </a:r>
            <a:r>
              <a:rPr lang="es-PE" dirty="0"/>
              <a:t>Teórico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Agenda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519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latin typeface="Solano Gothic MVB Std Cap" panose="02000506030000020004" pitchFamily="50" charset="0"/>
              </a:rPr>
              <a:t>Definición del tema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>
                <a:latin typeface="Zizou Slab Regular" pitchFamily="50" charset="0"/>
              </a:rPr>
              <a:t>Componentes y Requisitos Clave</a:t>
            </a:r>
          </a:p>
        </p:txBody>
      </p:sp>
    </p:spTree>
    <p:extLst>
      <p:ext uri="{BB962C8B-B14F-4D97-AF65-F5344CB8AC3E}">
        <p14:creationId xmlns:p14="http://schemas.microsoft.com/office/powerpoint/2010/main" val="32156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3" t="17714" r="28805" b="19619"/>
          <a:stretch/>
        </p:blipFill>
        <p:spPr>
          <a:xfrm>
            <a:off x="10818404" y="221928"/>
            <a:ext cx="1058091" cy="1077746"/>
          </a:xfrm>
          <a:prstGeom prst="rect">
            <a:avLst/>
          </a:prstGeom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838200" y="2518776"/>
            <a:ext cx="10515600" cy="1820448"/>
          </a:xfrm>
          <a:prstGeom prst="rect">
            <a:avLst/>
          </a:prstGeom>
          <a:noFill/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s-PE" dirty="0">
                <a:latin typeface="Solano Gothic MVB Std Cap" panose="02000506030000020004" pitchFamily="50" charset="0"/>
              </a:rPr>
              <a:t>“Modalidad de titulación que implica que el bachiller está en la capacidad de </a:t>
            </a:r>
            <a:r>
              <a:rPr lang="es-PE" dirty="0">
                <a:solidFill>
                  <a:srgbClr val="FF0000"/>
                </a:solidFill>
                <a:latin typeface="Solano Gothic MVB Std Cap" panose="02000506030000020004" pitchFamily="50" charset="0"/>
              </a:rPr>
              <a:t>demostrar y documentar </a:t>
            </a:r>
            <a:r>
              <a:rPr lang="es-PE" dirty="0">
                <a:latin typeface="Solano Gothic MVB Std Cap" panose="02000506030000020004" pitchFamily="50" charset="0"/>
              </a:rPr>
              <a:t>el dominio y la aplicación de </a:t>
            </a:r>
            <a:r>
              <a:rPr lang="es-PE" dirty="0">
                <a:solidFill>
                  <a:srgbClr val="FF0000"/>
                </a:solidFill>
                <a:latin typeface="Solano Gothic MVB Std Cap" panose="02000506030000020004" pitchFamily="50" charset="0"/>
              </a:rPr>
              <a:t>competencias profesionales </a:t>
            </a:r>
            <a:r>
              <a:rPr lang="es-PE" dirty="0">
                <a:latin typeface="Solano Gothic MVB Std Cap" panose="02000506030000020004" pitchFamily="50" charset="0"/>
              </a:rPr>
              <a:t>adquiridas a lo largo de la carrera.”</a:t>
            </a:r>
          </a:p>
        </p:txBody>
      </p:sp>
      <p:sp>
        <p:nvSpPr>
          <p:cNvPr id="5" name="Rectángulo 4"/>
          <p:cNvSpPr/>
          <p:nvPr/>
        </p:nvSpPr>
        <p:spPr>
          <a:xfrm>
            <a:off x="3041650" y="49969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PE" sz="1400" dirty="0"/>
              <a:t>Fuente: Reglamento RENATI, RCD N° 033-2016-SUNEDU/CD, 4.16.</a:t>
            </a:r>
          </a:p>
        </p:txBody>
      </p:sp>
      <p:sp>
        <p:nvSpPr>
          <p:cNvPr id="7" name="Título 2"/>
          <p:cNvSpPr txBox="1">
            <a:spLocks/>
          </p:cNvSpPr>
          <p:nvPr/>
        </p:nvSpPr>
        <p:spPr>
          <a:xfrm>
            <a:off x="2569369" y="514350"/>
            <a:ext cx="7053263" cy="8766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>
                <a:solidFill>
                  <a:srgbClr val="FF0000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Trabajo de suficiencia profesional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76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Características del tema</a:t>
            </a:r>
            <a:endParaRPr 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Debe ser un proyecto cerrado e implementado del cuál se pueden obtener datos sobre el impacto en la organización de estudio</a:t>
            </a:r>
            <a:r>
              <a:rPr lang="en-US" dirty="0"/>
              <a:t>.</a:t>
            </a:r>
          </a:p>
          <a:p>
            <a:r>
              <a:rPr lang="es-PE" dirty="0"/>
              <a:t>Al menos uno de los integrantes del equipo debe haber participado en el proyecto presentado</a:t>
            </a:r>
            <a:r>
              <a:rPr lang="en-US" dirty="0"/>
              <a:t>.</a:t>
            </a:r>
          </a:p>
          <a:p>
            <a:r>
              <a:rPr lang="es-PE" dirty="0"/>
              <a:t>Debe poder generar evidencia del cumplimiento de las competencias de la carrera</a:t>
            </a:r>
            <a:r>
              <a:rPr lang="en-US" dirty="0"/>
              <a:t>.</a:t>
            </a:r>
            <a:endParaRPr lang="es-PE" dirty="0"/>
          </a:p>
          <a:p>
            <a:pPr lvl="1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8505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6367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Componentes del tema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00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El tema: requisitos por componente</a:t>
            </a:r>
            <a:endParaRPr lang="en-GB" dirty="0"/>
          </a:p>
        </p:txBody>
      </p:sp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7728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0415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latin typeface="Solano Gothic MVB Std Cap" panose="02000506030000020004" pitchFamily="50" charset="0"/>
              </a:rPr>
              <a:t>Descripción del proyecto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>
                <a:latin typeface="Zizou Slab Regular" pitchFamily="50" charset="0"/>
              </a:rPr>
              <a:t>Capítulo 1</a:t>
            </a:r>
          </a:p>
        </p:txBody>
      </p:sp>
    </p:spTree>
    <p:extLst>
      <p:ext uri="{BB962C8B-B14F-4D97-AF65-F5344CB8AC3E}">
        <p14:creationId xmlns:p14="http://schemas.microsoft.com/office/powerpoint/2010/main" val="44027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7699-C2DB-534E-D7CD-5344E67A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2E7C000-4A26-FEFC-6632-179A9756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Titulo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AD1D2D7-45F5-B199-CA69-20C606BFB3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225306"/>
              </p:ext>
            </p:extLst>
          </p:nvPr>
        </p:nvGraphicFramePr>
        <p:xfrm>
          <a:off x="1722511" y="1561514"/>
          <a:ext cx="6450818" cy="4576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5" name="Picture 1">
            <a:extLst>
              <a:ext uri="{FF2B5EF4-FFF2-40B4-BE49-F238E27FC236}">
                <a16:creationId xmlns:a16="http://schemas.microsoft.com/office/drawing/2014/main" id="{CEEE3E7D-1EFF-8900-7298-EA147A6F1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153" y="1561515"/>
            <a:ext cx="8868241" cy="4033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913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4809D-C21F-0623-A45C-3B801743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71A294-F49F-A71D-EEE6-CFAADBAE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Introducción</a:t>
            </a:r>
            <a:endParaRPr lang="es-PE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293D69A-F6D2-86AA-F3C2-06BBDE9744BC}"/>
              </a:ext>
            </a:extLst>
          </p:cNvPr>
          <p:cNvGraphicFramePr/>
          <p:nvPr/>
        </p:nvGraphicFramePr>
        <p:xfrm>
          <a:off x="1722511" y="1561514"/>
          <a:ext cx="6450818" cy="4576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lecha abajo 4">
            <a:extLst>
              <a:ext uri="{FF2B5EF4-FFF2-40B4-BE49-F238E27FC236}">
                <a16:creationId xmlns:a16="http://schemas.microsoft.com/office/drawing/2014/main" id="{D74D87C2-591E-7CA4-4E81-81EF585C3646}"/>
              </a:ext>
            </a:extLst>
          </p:cNvPr>
          <p:cNvSpPr/>
          <p:nvPr/>
        </p:nvSpPr>
        <p:spPr>
          <a:xfrm>
            <a:off x="8396556" y="1561514"/>
            <a:ext cx="391746" cy="4576819"/>
          </a:xfrm>
          <a:prstGeom prst="downArrow">
            <a:avLst/>
          </a:prstGeom>
          <a:gradFill flip="none" rotWithShape="1">
            <a:gsLst>
              <a:gs pos="0">
                <a:srgbClr val="43BEB9">
                  <a:shade val="30000"/>
                  <a:satMod val="115000"/>
                </a:srgbClr>
              </a:gs>
              <a:gs pos="50000">
                <a:srgbClr val="43BEB9">
                  <a:shade val="67500"/>
                  <a:satMod val="115000"/>
                </a:srgbClr>
              </a:gs>
              <a:gs pos="100000">
                <a:srgbClr val="43BEB9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43BE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EE76F6-71E3-46BE-215F-A1C8D67E1127}"/>
              </a:ext>
            </a:extLst>
          </p:cNvPr>
          <p:cNvSpPr txBox="1"/>
          <p:nvPr/>
        </p:nvSpPr>
        <p:spPr>
          <a:xfrm>
            <a:off x="8788302" y="1521876"/>
            <a:ext cx="2358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Blip>
                <a:blip r:embed="rId7"/>
              </a:buBlip>
            </a:pPr>
            <a:r>
              <a:rPr lang="es-ES" sz="3200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7A37A9-77E1-CD99-27D1-1655B405C6F4}"/>
              </a:ext>
            </a:extLst>
          </p:cNvPr>
          <p:cNvSpPr txBox="1"/>
          <p:nvPr/>
        </p:nvSpPr>
        <p:spPr>
          <a:xfrm>
            <a:off x="8788302" y="5593196"/>
            <a:ext cx="2565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Blip>
                <a:blip r:embed="rId7"/>
              </a:buBlip>
            </a:pPr>
            <a:r>
              <a:rPr lang="es-ES" sz="3200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Específico</a:t>
            </a:r>
          </a:p>
        </p:txBody>
      </p:sp>
    </p:spTree>
    <p:extLst>
      <p:ext uri="{BB962C8B-B14F-4D97-AF65-F5344CB8AC3E}">
        <p14:creationId xmlns:p14="http://schemas.microsoft.com/office/powerpoint/2010/main" val="315034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antecedentes</a:t>
            </a:r>
            <a:endParaRPr lang="es-PE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8808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774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Descripción de la organización</a:t>
            </a:r>
            <a:endParaRPr 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Pueden utilizar </a:t>
            </a:r>
            <a:r>
              <a:rPr lang="en-US" dirty="0"/>
              <a:t>The </a:t>
            </a:r>
            <a:r>
              <a:rPr lang="en-US" dirty="0" err="1"/>
              <a:t>Zachman</a:t>
            </a:r>
            <a:r>
              <a:rPr lang="en-US" dirty="0"/>
              <a:t> </a:t>
            </a:r>
            <a:r>
              <a:rPr lang="es-PE" dirty="0"/>
              <a:t>Framework™ para describir a la organización de estudio.</a:t>
            </a:r>
          </a:p>
          <a:p>
            <a:r>
              <a:rPr lang="es-PE" dirty="0"/>
              <a:t>Describir aquellos aspectos de la organización que impacten en el análisis del problema y el diseño de la solución.</a:t>
            </a:r>
          </a:p>
          <a:p>
            <a:r>
              <a:rPr lang="es-PE" dirty="0"/>
              <a:t>Describir el proceso de negocio que se interviene</a:t>
            </a:r>
            <a:r>
              <a:rPr lang="en-US" dirty="0"/>
              <a:t>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781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Análisis del problema (1/2)</a:t>
            </a:r>
            <a:endParaRPr 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Describa textualmente, en forma directa, clara, precisa y explícita el problema a resolver.</a:t>
            </a:r>
          </a:p>
          <a:p>
            <a:pPr lvl="1"/>
            <a:r>
              <a:rPr lang="es-PE" dirty="0"/>
              <a:t>Debe contener toda la información necesaria para su comprensión.</a:t>
            </a:r>
          </a:p>
          <a:p>
            <a:pPr lvl="1"/>
            <a:r>
              <a:rPr lang="es-PE" dirty="0"/>
              <a:t>Deberá incluir el alcance del trabajo (sector, periodo, lugar) si amerita.</a:t>
            </a:r>
          </a:p>
          <a:p>
            <a:pPr lvl="1"/>
            <a:r>
              <a:rPr lang="es-PE" dirty="0"/>
              <a:t>Podrá incluir un ejemplo para la mejor comprensión del problema.</a:t>
            </a:r>
          </a:p>
          <a:p>
            <a:pPr lvl="1"/>
            <a:endParaRPr lang="es-PE" dirty="0"/>
          </a:p>
          <a:p>
            <a:r>
              <a:rPr lang="es-PE" dirty="0"/>
              <a:t>Incluir una descripción de la importancia del problema.</a:t>
            </a:r>
          </a:p>
          <a:p>
            <a:pPr lvl="1"/>
            <a:r>
              <a:rPr lang="es-PE" dirty="0"/>
              <a:t>¿Por qué es relevante el problema para la organización?</a:t>
            </a:r>
          </a:p>
          <a:p>
            <a:pPr lvl="1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1888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análisis del problema (2/2)</a:t>
            </a:r>
            <a:endParaRPr 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Describir la relación entre el problema del negocio y el problema de Ingeniería de Sistemas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2709281" y="3738034"/>
            <a:ext cx="6773437" cy="1181685"/>
            <a:chOff x="2672860" y="4436487"/>
            <a:chExt cx="6773437" cy="1181685"/>
          </a:xfrm>
        </p:grpSpPr>
        <p:sp>
          <p:nvSpPr>
            <p:cNvPr id="5" name="Rectángulo redondeado 4"/>
            <p:cNvSpPr/>
            <p:nvPr/>
          </p:nvSpPr>
          <p:spPr>
            <a:xfrm>
              <a:off x="2672860" y="4436487"/>
              <a:ext cx="2546253" cy="1176521"/>
            </a:xfrm>
            <a:prstGeom prst="roundRect">
              <a:avLst/>
            </a:prstGeom>
            <a:solidFill>
              <a:srgbClr val="5B9BD5"/>
            </a:solidFill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400" dirty="0"/>
                <a:t>Problema del Negocio</a:t>
              </a:r>
            </a:p>
          </p:txBody>
        </p:sp>
        <p:sp>
          <p:nvSpPr>
            <p:cNvPr id="6" name="Rectángulo redondeado 5"/>
            <p:cNvSpPr/>
            <p:nvPr/>
          </p:nvSpPr>
          <p:spPr>
            <a:xfrm>
              <a:off x="6900044" y="4441652"/>
              <a:ext cx="2546253" cy="1176520"/>
            </a:xfrm>
            <a:prstGeom prst="roundRect">
              <a:avLst/>
            </a:prstGeom>
            <a:solidFill>
              <a:srgbClr val="54CCCD"/>
            </a:solidFill>
            <a:ln>
              <a:solidFill>
                <a:srgbClr val="54CC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400" dirty="0"/>
                <a:t>Problema de Ingeniería de Sistemas</a:t>
              </a:r>
            </a:p>
          </p:txBody>
        </p:sp>
        <p:sp>
          <p:nvSpPr>
            <p:cNvPr id="7" name="Flecha derecha 6"/>
            <p:cNvSpPr/>
            <p:nvPr/>
          </p:nvSpPr>
          <p:spPr>
            <a:xfrm>
              <a:off x="5602378" y="4763560"/>
              <a:ext cx="914400" cy="522374"/>
            </a:xfrm>
            <a:prstGeom prst="rightArrow">
              <a:avLst/>
            </a:prstGeom>
            <a:solidFill>
              <a:srgbClr val="5B9BD5"/>
            </a:solidFill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980870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objetivos</a:t>
            </a:r>
            <a:endParaRPr 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625634" y="2111381"/>
            <a:ext cx="8728166" cy="1531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>
                <a:solidFill>
                  <a:srgbClr val="FF0000"/>
                </a:solidFill>
              </a:rPr>
              <a:t>Proponer</a:t>
            </a:r>
            <a:r>
              <a:rPr lang="es-PE" sz="2400" dirty="0"/>
              <a:t> (diseñar, desarrollar, implementar, modelar, aplicar, etc.) </a:t>
            </a:r>
            <a:r>
              <a:rPr lang="es-PE" sz="2400" b="1" dirty="0">
                <a:solidFill>
                  <a:srgbClr val="FF0000"/>
                </a:solidFill>
              </a:rPr>
              <a:t>A</a:t>
            </a:r>
            <a:r>
              <a:rPr lang="es-PE" sz="2400" dirty="0"/>
              <a:t> (sistema, modelo, algoritmo, mejora de proceso, </a:t>
            </a:r>
            <a:r>
              <a:rPr lang="es-PE" sz="2400" dirty="0" err="1"/>
              <a:t>framework</a:t>
            </a:r>
            <a:r>
              <a:rPr lang="es-PE" sz="2400" dirty="0"/>
              <a:t>, software) para </a:t>
            </a:r>
            <a:r>
              <a:rPr lang="es-PE" sz="2400" b="1" dirty="0">
                <a:solidFill>
                  <a:srgbClr val="FF0000"/>
                </a:solidFill>
              </a:rPr>
              <a:t>P</a:t>
            </a:r>
            <a:r>
              <a:rPr lang="es-PE" sz="2400" dirty="0"/>
              <a:t> (problema) a través de </a:t>
            </a:r>
            <a:r>
              <a:rPr lang="es-PE" sz="2400" b="1" dirty="0">
                <a:solidFill>
                  <a:srgbClr val="FF0000"/>
                </a:solidFill>
              </a:rPr>
              <a:t>T</a:t>
            </a:r>
            <a:r>
              <a:rPr lang="es-PE" sz="2400" dirty="0"/>
              <a:t> (técnica) de forma a mejorar </a:t>
            </a:r>
            <a:r>
              <a:rPr lang="es-PE" sz="2400" b="1" dirty="0">
                <a:solidFill>
                  <a:srgbClr val="FF0000"/>
                </a:solidFill>
              </a:rPr>
              <a:t>W</a:t>
            </a:r>
            <a:r>
              <a:rPr lang="es-PE" sz="2400" dirty="0"/>
              <a:t> (tiempo, distancia, utilidad, riesgo, etc.)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361950" y="2209557"/>
            <a:ext cx="2133056" cy="1335586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dirty="0"/>
              <a:t>Objetivo General</a:t>
            </a: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876712180"/>
              </p:ext>
            </p:extLst>
          </p:nvPr>
        </p:nvGraphicFramePr>
        <p:xfrm>
          <a:off x="2625678" y="4349765"/>
          <a:ext cx="9266284" cy="1592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ángulo redondeado 5"/>
          <p:cNvSpPr/>
          <p:nvPr/>
        </p:nvSpPr>
        <p:spPr>
          <a:xfrm>
            <a:off x="361950" y="4478343"/>
            <a:ext cx="2133056" cy="1335586"/>
          </a:xfrm>
          <a:prstGeom prst="roundRect">
            <a:avLst/>
          </a:prstGeom>
          <a:solidFill>
            <a:srgbClr val="43BB8D"/>
          </a:solidFill>
          <a:ln>
            <a:solidFill>
              <a:srgbClr val="43B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dirty="0"/>
              <a:t>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3269050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Indicadores de éxito</a:t>
            </a:r>
            <a:endParaRPr lang="es-PE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9637" y="1953419"/>
            <a:ext cx="1037272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79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Indicadores de éxito</a:t>
            </a:r>
            <a:endParaRPr lang="es-PE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287042"/>
              </p:ext>
            </p:extLst>
          </p:nvPr>
        </p:nvGraphicFramePr>
        <p:xfrm>
          <a:off x="838200" y="2611445"/>
          <a:ext cx="1051560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563">
                  <a:extLst>
                    <a:ext uri="{9D8B030D-6E8A-4147-A177-3AD203B41FA5}">
                      <a16:colId xmlns:a16="http://schemas.microsoft.com/office/drawing/2014/main" val="709932403"/>
                    </a:ext>
                  </a:extLst>
                </a:gridCol>
                <a:gridCol w="3900487">
                  <a:extLst>
                    <a:ext uri="{9D8B030D-6E8A-4147-A177-3AD203B41FA5}">
                      <a16:colId xmlns:a16="http://schemas.microsoft.com/office/drawing/2014/main" val="3241934198"/>
                    </a:ext>
                  </a:extLst>
                </a:gridCol>
                <a:gridCol w="2957513">
                  <a:extLst>
                    <a:ext uri="{9D8B030D-6E8A-4147-A177-3AD203B41FA5}">
                      <a16:colId xmlns:a16="http://schemas.microsoft.com/office/drawing/2014/main" val="4030427772"/>
                    </a:ext>
                  </a:extLst>
                </a:gridCol>
                <a:gridCol w="1343026">
                  <a:extLst>
                    <a:ext uri="{9D8B030D-6E8A-4147-A177-3AD203B41FA5}">
                      <a16:colId xmlns:a16="http://schemas.microsoft.com/office/drawing/2014/main" val="977672017"/>
                    </a:ext>
                  </a:extLst>
                </a:gridCol>
                <a:gridCol w="1624014">
                  <a:extLst>
                    <a:ext uri="{9D8B030D-6E8A-4147-A177-3AD203B41FA5}">
                      <a16:colId xmlns:a16="http://schemas.microsoft.com/office/drawing/2014/main" val="1562194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N°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noProof="0" dirty="0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noProof="0" dirty="0"/>
                        <a:t>Fórmula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Meta</a:t>
                      </a:r>
                      <a:endParaRPr lang="es-PE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400" noProof="0" dirty="0"/>
                        <a:t>Objetivo Específico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3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IE1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525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IE2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7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IE3</a:t>
                      </a:r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954815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3498783" y="5057775"/>
            <a:ext cx="5194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El </a:t>
            </a:r>
            <a:r>
              <a:rPr lang="es-PE" sz="2400" dirty="0"/>
              <a:t>formato de la tabla </a:t>
            </a:r>
            <a:r>
              <a:rPr lang="es-PE" sz="2400" b="1" dirty="0"/>
              <a:t>no es mandatorio</a:t>
            </a:r>
            <a:r>
              <a:rPr lang="en-US" sz="2400" dirty="0"/>
              <a:t>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585471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latin typeface="Solano Gothic MVB Std Cap" panose="02000506030000020004" pitchFamily="50" charset="0"/>
              </a:rPr>
              <a:t>Matriz de consistencia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>
                <a:latin typeface="Zizou Slab Regular" pitchFamily="50" charset="0"/>
              </a:rPr>
              <a:t>Verificar la consistencia del Proyecto</a:t>
            </a:r>
          </a:p>
        </p:txBody>
      </p:sp>
    </p:spTree>
    <p:extLst>
      <p:ext uri="{BB962C8B-B14F-4D97-AF65-F5344CB8AC3E}">
        <p14:creationId xmlns:p14="http://schemas.microsoft.com/office/powerpoint/2010/main" val="252723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Matriz de consistencia</a:t>
            </a:r>
            <a:endParaRPr lang="es-PE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66314"/>
              </p:ext>
            </p:extLst>
          </p:nvPr>
        </p:nvGraphicFramePr>
        <p:xfrm>
          <a:off x="698864" y="1678894"/>
          <a:ext cx="10794273" cy="4800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8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142">
                <a:tc gridSpan="3"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Título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42"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Problema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Causa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Causa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554">
                <a:tc rowSpan="4"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Objetivo General </a:t>
                      </a:r>
                      <a:r>
                        <a:rPr lang="es-PE" sz="1800" dirty="0"/>
                        <a:t>(OG)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Objetivo Específico</a:t>
                      </a:r>
                    </a:p>
                    <a:p>
                      <a:pPr algn="ctr"/>
                      <a:r>
                        <a:rPr lang="es-PE" sz="1800" dirty="0"/>
                        <a:t>(OE-1)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Indicador de Éxito</a:t>
                      </a:r>
                    </a:p>
                    <a:p>
                      <a:pPr algn="ctr"/>
                      <a:r>
                        <a:rPr lang="es-PE" sz="1800" dirty="0"/>
                        <a:t>(OE-1)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149">
                <a:tc vMerge="1">
                  <a:txBody>
                    <a:bodyPr/>
                    <a:lstStyle/>
                    <a:p>
                      <a:pPr algn="ctr"/>
                      <a:endParaRPr lang="es-P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/>
                        <a:t>Objetivo Específico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(OE-2)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Indicador de Éxito</a:t>
                      </a:r>
                    </a:p>
                    <a:p>
                      <a:pPr algn="ctr"/>
                      <a:r>
                        <a:rPr lang="es-PE" sz="1800" dirty="0"/>
                        <a:t>(OE-2)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149">
                <a:tc vMerge="1">
                  <a:txBody>
                    <a:bodyPr/>
                    <a:lstStyle/>
                    <a:p>
                      <a:pPr algn="ctr"/>
                      <a:endParaRPr lang="es-P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/>
                        <a:t>Objetivo Específico</a:t>
                      </a:r>
                      <a:endParaRPr lang="es-PE" sz="2000" baseline="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aseline="0" dirty="0"/>
                        <a:t>(</a:t>
                      </a:r>
                      <a:r>
                        <a:rPr lang="es-PE" sz="1800" dirty="0"/>
                        <a:t>OE-3)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Indicador de Éxito</a:t>
                      </a:r>
                      <a:endParaRPr lang="es-PE" sz="2000" baseline="0" dirty="0"/>
                    </a:p>
                    <a:p>
                      <a:pPr algn="ctr"/>
                      <a:r>
                        <a:rPr lang="es-PE" sz="1800" baseline="0" dirty="0"/>
                        <a:t>(</a:t>
                      </a:r>
                      <a:r>
                        <a:rPr lang="es-PE" sz="1800" dirty="0"/>
                        <a:t>OE-3)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149">
                <a:tc vMerge="1">
                  <a:txBody>
                    <a:bodyPr/>
                    <a:lstStyle/>
                    <a:p>
                      <a:pPr algn="ctr"/>
                      <a:endParaRPr lang="es-P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000" dirty="0"/>
                        <a:t>Objetivo Específico</a:t>
                      </a:r>
                      <a:endParaRPr lang="es-PE" sz="2000" baseline="0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baseline="0" dirty="0"/>
                        <a:t>(</a:t>
                      </a:r>
                      <a:r>
                        <a:rPr lang="es-PE" sz="1800" dirty="0"/>
                        <a:t>OE-4)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/>
                        <a:t>Indicador de Éxito</a:t>
                      </a:r>
                      <a:endParaRPr lang="es-PE" sz="2000" baseline="0" dirty="0"/>
                    </a:p>
                    <a:p>
                      <a:pPr algn="ctr"/>
                      <a:r>
                        <a:rPr lang="es-PE" sz="1800" baseline="0" dirty="0"/>
                        <a:t>(</a:t>
                      </a:r>
                      <a:r>
                        <a:rPr lang="es-PE" sz="1800" dirty="0"/>
                        <a:t>OE-4)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81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Matriz de consistencia (Ejemplo)</a:t>
            </a:r>
            <a:endParaRPr lang="es-PE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714484"/>
              </p:ext>
            </p:extLst>
          </p:nvPr>
        </p:nvGraphicFramePr>
        <p:xfrm>
          <a:off x="766354" y="1534733"/>
          <a:ext cx="10659292" cy="5088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4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7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95">
                <a:tc gridSpan="3"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SOLUCIONES TECNOLÓGICAS PARA APLICACIONES MÉDICAS EN UN CENTRO DE TELEMEDICINA</a:t>
                      </a:r>
                      <a:endParaRPr lang="es-PE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899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/>
                        <a:t>Problema: </a:t>
                      </a:r>
                      <a:r>
                        <a:rPr lang="es-ES" sz="1400" dirty="0"/>
                        <a:t>Escasez de</a:t>
                      </a:r>
                      <a:r>
                        <a:rPr lang="es-ES" sz="1400" baseline="0" dirty="0"/>
                        <a:t> </a:t>
                      </a:r>
                      <a:r>
                        <a:rPr lang="es-ES" sz="1400" dirty="0"/>
                        <a:t>médicos, especialistas y canales de atención medica de los centros de salud en zonas rurales en el Perú</a:t>
                      </a:r>
                      <a:endParaRPr lang="es-P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b="1" dirty="0"/>
                        <a:t>Causa 1: </a:t>
                      </a: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Ausencia de estrategias de TI en el sector salud</a:t>
                      </a:r>
                    </a:p>
                    <a:p>
                      <a:r>
                        <a:rPr lang="es-PE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(Gobierno, 2017).</a:t>
                      </a:r>
                      <a:endParaRPr lang="es-P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400" b="1" dirty="0"/>
                        <a:t>Causa 2: </a:t>
                      </a: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Centralización de los servicios de Salud en Lima</a:t>
                      </a:r>
                    </a:p>
                    <a:p>
                      <a:r>
                        <a:rPr lang="es-PE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(MINSA, 2017)</a:t>
                      </a:r>
                      <a:endParaRPr lang="es-P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237">
                <a:tc rowSpan="4">
                  <a:txBody>
                    <a:bodyPr/>
                    <a:lstStyle/>
                    <a:p>
                      <a:r>
                        <a:rPr lang="es-ES" sz="14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OG: </a:t>
                      </a:r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Diseñar una cartera de proyectos </a:t>
                      </a:r>
                      <a:r>
                        <a:rPr lang="es-PE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tecnológicos dirigido a la Telemedicina</a:t>
                      </a:r>
                    </a:p>
                    <a:p>
                      <a:r>
                        <a:rPr lang="es-E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para aumentar la cobertura de la </a:t>
                      </a:r>
                      <a:r>
                        <a:rPr lang="es-PE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asistencia médica en zonas rurales del Perú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OE1: 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Analizar los escenarios de casos de éxito enfocados en la Telemedicina para la asistencia médica que permita determinar líneas de investigación y  tecnologías utilizadas como solución en cada caso.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IE1: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Documento de análisis de escenarios que un 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mínimo de 5 casos de éxito aprobados por el asesor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alineados al proyecto</a:t>
                      </a:r>
                      <a:endParaRPr lang="es-P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118">
                <a:tc vMerge="1">
                  <a:txBody>
                    <a:bodyPr/>
                    <a:lstStyle/>
                    <a:p>
                      <a:pPr algn="ctr"/>
                      <a:endParaRPr lang="es-P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OE2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Diseñar la arquitectura tecnológica – redes de cada 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propuesta de proyecto en base a las líneas de investigación y tecnologías identificadas para determinar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 viabilidad tecnológica.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IE2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Validación de por lo menos 2 expertos de la arquitectura propuesta y aprobada con un mínimo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90% de aceptación</a:t>
                      </a:r>
                      <a:r>
                        <a:rPr lang="es-PE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s-P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118">
                <a:tc vMerge="1">
                  <a:txBody>
                    <a:bodyPr/>
                    <a:lstStyle/>
                    <a:p>
                      <a:pPr algn="ctr"/>
                      <a:endParaRPr lang="es-P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OE3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Validar la propuesta de proyectos en base a expertos sobre el diseño de cada  arquitectura tecnológica –redes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desarrolladas.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IE3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Cada proyecto tendrá la aprobación de 2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especialistas comprobados</a:t>
                      </a:r>
                      <a:endParaRPr lang="es-P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698">
                <a:tc vMerge="1">
                  <a:txBody>
                    <a:bodyPr/>
                    <a:lstStyle/>
                    <a:p>
                      <a:pPr algn="ctr"/>
                      <a:endParaRPr lang="es-PE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OE4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Elaborar un </a:t>
                      </a:r>
                      <a:r>
                        <a:rPr lang="es-ES" sz="1200" b="0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tecnológico de proyectos en base a la línea de proyectos y tecnologías con enfoque a </a:t>
                      </a:r>
                      <a:r>
                        <a:rPr lang="es-PE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Telemedicina.</a:t>
                      </a:r>
                      <a:endParaRPr lang="es-PE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IE4</a:t>
                      </a:r>
                      <a:r>
                        <a:rPr lang="es-E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Aprobación del comité de proyectos de por los menos 80% de la cartera de proyectos presentada.</a:t>
                      </a:r>
                      <a:endParaRPr lang="es-PE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302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latin typeface="Solano Gothic MVB Std Cap" panose="02000506030000020004" pitchFamily="50" charset="0"/>
              </a:rPr>
              <a:t>Marco teórico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>
                <a:latin typeface="Zizou Slab Regular" pitchFamily="50" charset="0"/>
              </a:rPr>
              <a:t>Industria, Ingeniería de Sistemas y Cumplimiento Normativo</a:t>
            </a:r>
          </a:p>
        </p:txBody>
      </p:sp>
    </p:spTree>
    <p:extLst>
      <p:ext uri="{BB962C8B-B14F-4D97-AF65-F5344CB8AC3E}">
        <p14:creationId xmlns:p14="http://schemas.microsoft.com/office/powerpoint/2010/main" val="3974237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Marco teórico</a:t>
            </a:r>
            <a:endParaRPr lang="es-PE" dirty="0"/>
          </a:p>
        </p:txBody>
      </p:sp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r>
              <a:rPr lang="es-PE" dirty="0"/>
              <a:t>“… una vez planteado el problema de estudio, cuando se tengan los objetivos y preguntas de investigación, el siguiente paso consiste en sustentar teóricamente el estudio. Ello implica exponer y analizar las teorías, las conceptualizaciones, las investigaciones previas y los antecedentes en general que se consideren válidos para el correcto encuadre del estudio”.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781550" y="513466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s-MX" sz="1400" dirty="0"/>
              <a:t>Fuente: Hernández, Fernández, &amp; Baptista (2014). 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845648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Finalidad del marco teórico</a:t>
            </a:r>
            <a:endParaRPr lang="es-PE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6777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4"/>
          <p:cNvSpPr/>
          <p:nvPr/>
        </p:nvSpPr>
        <p:spPr>
          <a:xfrm>
            <a:off x="5257800" y="617696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s-MX" sz="1400" dirty="0"/>
              <a:t>Fuente: Hernández, Fernández, &amp; Baptista (2014). 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080726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estructura del marco teórico</a:t>
            </a:r>
            <a:endParaRPr lang="es-PE" dirty="0"/>
          </a:p>
        </p:txBody>
      </p:sp>
      <p:graphicFrame>
        <p:nvGraphicFramePr>
          <p:cNvPr id="8" name="Marcador de contenido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751904"/>
              </p:ext>
            </p:extLst>
          </p:nvPr>
        </p:nvGraphicFramePr>
        <p:xfrm>
          <a:off x="838200" y="1391040"/>
          <a:ext cx="10515600" cy="5324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4827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940242" y="2435726"/>
            <a:ext cx="10531321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s-PE" sz="4000" dirty="0">
                <a:solidFill>
                  <a:schemeClr val="bg1"/>
                </a:solidFill>
                <a:latin typeface="Solano Gothic MVB Std Cap" panose="02000506030000020004" pitchFamily="50" charset="0"/>
                <a:cs typeface="MS PGothic" charset="0"/>
              </a:rPr>
              <a:t>¿preguntas?</a:t>
            </a: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2547369" y="3162400"/>
            <a:ext cx="7317066" cy="124334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s-PE" dirty="0">
                <a:solidFill>
                  <a:schemeClr val="bg1"/>
                </a:solidFill>
                <a:cs typeface="MS PGothic" charset="0"/>
              </a:rPr>
              <a:t>Ud. Puede escribirme </a:t>
            </a:r>
            <a:r>
              <a:rPr lang="en-US" dirty="0">
                <a:solidFill>
                  <a:schemeClr val="bg1"/>
                </a:solidFill>
                <a:cs typeface="MS PGothic" charset="0"/>
              </a:rPr>
              <a:t>a: Daniel.burga@upc.pe</a:t>
            </a:r>
            <a:endParaRPr lang="es-PE" dirty="0">
              <a:solidFill>
                <a:schemeClr val="bg1"/>
              </a:solidFill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047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50043</TotalTime>
  <Words>1110</Words>
  <Application>Microsoft Office PowerPoint</Application>
  <PresentationFormat>Panorámica</PresentationFormat>
  <Paragraphs>163</Paragraphs>
  <Slides>25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MS PGothic</vt:lpstr>
      <vt:lpstr>Arial</vt:lpstr>
      <vt:lpstr>Calibri</vt:lpstr>
      <vt:lpstr>Calibri Light</vt:lpstr>
      <vt:lpstr>Helvetica Neue</vt:lpstr>
      <vt:lpstr>Open Sans</vt:lpstr>
      <vt:lpstr>Solano Gothic MVB Std Cap</vt:lpstr>
      <vt:lpstr>Zizou Slab Regular</vt:lpstr>
      <vt:lpstr>Tema de Office</vt:lpstr>
      <vt:lpstr>Presentación de PowerPoint</vt:lpstr>
      <vt:lpstr>Agenda</vt:lpstr>
      <vt:lpstr>Definición del tema</vt:lpstr>
      <vt:lpstr>Presentación de PowerPoint</vt:lpstr>
      <vt:lpstr>Características del tema</vt:lpstr>
      <vt:lpstr>Componentes del tema</vt:lpstr>
      <vt:lpstr>El tema: requisitos por componente</vt:lpstr>
      <vt:lpstr>Descripción del proyecto</vt:lpstr>
      <vt:lpstr>Titulo</vt:lpstr>
      <vt:lpstr>Introducción</vt:lpstr>
      <vt:lpstr>antecedentes</vt:lpstr>
      <vt:lpstr>Descripción de la organización</vt:lpstr>
      <vt:lpstr>Análisis del problema (1/2)</vt:lpstr>
      <vt:lpstr>análisis del problema (2/2)</vt:lpstr>
      <vt:lpstr>objetivos</vt:lpstr>
      <vt:lpstr>Indicadores de éxito</vt:lpstr>
      <vt:lpstr>Indicadores de éxito</vt:lpstr>
      <vt:lpstr>Matriz de consistencia</vt:lpstr>
      <vt:lpstr>Matriz de consistencia</vt:lpstr>
      <vt:lpstr>Matriz de consistencia (Ejemplo)</vt:lpstr>
      <vt:lpstr>Marco teórico</vt:lpstr>
      <vt:lpstr>Marco teórico</vt:lpstr>
      <vt:lpstr>Finalidad del marco teórico</vt:lpstr>
      <vt:lpstr>estructura del marco teórico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Fiorela Triveño Rodriguez</dc:creator>
  <cp:lastModifiedBy>Daniel Wilfredo W. Burga Durango</cp:lastModifiedBy>
  <cp:revision>643</cp:revision>
  <dcterms:created xsi:type="dcterms:W3CDTF">2018-01-03T14:33:56Z</dcterms:created>
  <dcterms:modified xsi:type="dcterms:W3CDTF">2026-04-08T00:54:00Z</dcterms:modified>
</cp:coreProperties>
</file>